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300" b="0" i="0">
                <a:solidFill>
                  <a:srgbClr val="0F467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300" b="0" i="0">
                <a:solidFill>
                  <a:srgbClr val="0F467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300" b="0" i="0">
                <a:solidFill>
                  <a:srgbClr val="0F467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300" b="0" i="0">
                <a:solidFill>
                  <a:srgbClr val="0F467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71364" y="1483805"/>
            <a:ext cx="8221345" cy="1291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300" b="0" i="0">
                <a:solidFill>
                  <a:srgbClr val="0F467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44357" y="1850981"/>
            <a:ext cx="8606155" cy="4722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735521" y="8009600"/>
            <a:ext cx="2552700" cy="2277745"/>
            <a:chOff x="15735521" y="8009600"/>
            <a:chExt cx="2552700" cy="2277745"/>
          </a:xfrm>
        </p:grpSpPr>
        <p:sp>
          <p:nvSpPr>
            <p:cNvPr id="3" name="object 3" descr=""/>
            <p:cNvSpPr/>
            <p:nvPr/>
          </p:nvSpPr>
          <p:spPr>
            <a:xfrm>
              <a:off x="15735516" y="8009610"/>
              <a:ext cx="2552700" cy="2277745"/>
            </a:xfrm>
            <a:custGeom>
              <a:avLst/>
              <a:gdLst/>
              <a:ahLst/>
              <a:cxnLst/>
              <a:rect l="l" t="t" r="r" b="b"/>
              <a:pathLst>
                <a:path w="2552700" h="2277745">
                  <a:moveTo>
                    <a:pt x="2511475" y="234073"/>
                  </a:moveTo>
                  <a:lnTo>
                    <a:pt x="2277402" y="0"/>
                  </a:lnTo>
                  <a:lnTo>
                    <a:pt x="0" y="2277402"/>
                  </a:lnTo>
                  <a:lnTo>
                    <a:pt x="468147" y="2277402"/>
                  </a:lnTo>
                  <a:lnTo>
                    <a:pt x="2511475" y="234073"/>
                  </a:lnTo>
                  <a:close/>
                </a:path>
                <a:path w="2552700" h="2277745">
                  <a:moveTo>
                    <a:pt x="2552471" y="1847354"/>
                  </a:moveTo>
                  <a:lnTo>
                    <a:pt x="2122436" y="2277402"/>
                  </a:lnTo>
                  <a:lnTo>
                    <a:pt x="2552471" y="2277402"/>
                  </a:lnTo>
                  <a:lnTo>
                    <a:pt x="2552471" y="1847354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039653" y="8070557"/>
              <a:ext cx="1248410" cy="2216785"/>
            </a:xfrm>
            <a:custGeom>
              <a:avLst/>
              <a:gdLst/>
              <a:ahLst/>
              <a:cxnLst/>
              <a:rect l="l" t="t" r="r" b="b"/>
              <a:pathLst>
                <a:path w="1248409" h="2216784">
                  <a:moveTo>
                    <a:pt x="1248333" y="1419733"/>
                  </a:moveTo>
                  <a:lnTo>
                    <a:pt x="451612" y="2216454"/>
                  </a:lnTo>
                  <a:lnTo>
                    <a:pt x="1208798" y="2216454"/>
                  </a:lnTo>
                  <a:lnTo>
                    <a:pt x="1248333" y="2176907"/>
                  </a:lnTo>
                  <a:lnTo>
                    <a:pt x="1248333" y="1419733"/>
                  </a:lnTo>
                  <a:close/>
                </a:path>
                <a:path w="1248409" h="2216784">
                  <a:moveTo>
                    <a:pt x="1248333" y="0"/>
                  </a:moveTo>
                  <a:lnTo>
                    <a:pt x="0" y="1248346"/>
                  </a:lnTo>
                  <a:lnTo>
                    <a:pt x="378587" y="1626946"/>
                  </a:lnTo>
                  <a:lnTo>
                    <a:pt x="1248333" y="757110"/>
                  </a:lnTo>
                  <a:lnTo>
                    <a:pt x="1248333" y="0"/>
                  </a:lnTo>
                  <a:close/>
                </a:path>
              </a:pathLst>
            </a:custGeom>
            <a:solidFill>
              <a:srgbClr val="1B74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6450098" y="8656444"/>
              <a:ext cx="1838325" cy="1630680"/>
            </a:xfrm>
            <a:custGeom>
              <a:avLst/>
              <a:gdLst/>
              <a:ahLst/>
              <a:cxnLst/>
              <a:rect l="l" t="t" r="r" b="b"/>
              <a:pathLst>
                <a:path w="1838325" h="1630679">
                  <a:moveTo>
                    <a:pt x="0" y="1630555"/>
                  </a:moveTo>
                  <a:lnTo>
                    <a:pt x="757152" y="1630555"/>
                  </a:lnTo>
                  <a:lnTo>
                    <a:pt x="1837900" y="549807"/>
                  </a:lnTo>
                  <a:lnTo>
                    <a:pt x="1837900" y="207378"/>
                  </a:lnTo>
                  <a:lnTo>
                    <a:pt x="1630522" y="0"/>
                  </a:lnTo>
                  <a:lnTo>
                    <a:pt x="0" y="1630555"/>
                  </a:lnTo>
                  <a:close/>
                </a:path>
              </a:pathLst>
            </a:custGeom>
            <a:solidFill>
              <a:srgbClr val="0F467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0" y="362"/>
            <a:ext cx="3281679" cy="2950210"/>
            <a:chOff x="0" y="362"/>
            <a:chExt cx="3281679" cy="2950210"/>
          </a:xfrm>
        </p:grpSpPr>
        <p:sp>
          <p:nvSpPr>
            <p:cNvPr id="7" name="object 7" descr=""/>
            <p:cNvSpPr/>
            <p:nvPr/>
          </p:nvSpPr>
          <p:spPr>
            <a:xfrm>
              <a:off x="0" y="2678"/>
              <a:ext cx="3281679" cy="2785745"/>
            </a:xfrm>
            <a:custGeom>
              <a:avLst/>
              <a:gdLst/>
              <a:ahLst/>
              <a:cxnLst/>
              <a:rect l="l" t="t" r="r" b="b"/>
              <a:pathLst>
                <a:path w="3281679" h="2785745">
                  <a:moveTo>
                    <a:pt x="1160919" y="0"/>
                  </a:moveTo>
                  <a:lnTo>
                    <a:pt x="0" y="0"/>
                  </a:lnTo>
                  <a:lnTo>
                    <a:pt x="0" y="1160932"/>
                  </a:lnTo>
                  <a:lnTo>
                    <a:pt x="1160919" y="0"/>
                  </a:lnTo>
                  <a:close/>
                </a:path>
                <a:path w="3281679" h="2785745">
                  <a:moveTo>
                    <a:pt x="3281057" y="0"/>
                  </a:moveTo>
                  <a:lnTo>
                    <a:pt x="2815209" y="0"/>
                  </a:lnTo>
                  <a:lnTo>
                    <a:pt x="263664" y="2551544"/>
                  </a:lnTo>
                  <a:lnTo>
                    <a:pt x="497738" y="2785618"/>
                  </a:lnTo>
                  <a:lnTo>
                    <a:pt x="3281057" y="2298"/>
                  </a:lnTo>
                  <a:lnTo>
                    <a:pt x="3281057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2678"/>
              <a:ext cx="1527810" cy="2947670"/>
            </a:xfrm>
            <a:custGeom>
              <a:avLst/>
              <a:gdLst/>
              <a:ahLst/>
              <a:cxnLst/>
              <a:rect l="l" t="t" r="r" b="b"/>
              <a:pathLst>
                <a:path w="1527810" h="2947670">
                  <a:moveTo>
                    <a:pt x="1471015" y="1476324"/>
                  </a:moveTo>
                  <a:lnTo>
                    <a:pt x="1092415" y="1097724"/>
                  </a:lnTo>
                  <a:lnTo>
                    <a:pt x="0" y="2190178"/>
                  </a:lnTo>
                  <a:lnTo>
                    <a:pt x="0" y="2947339"/>
                  </a:lnTo>
                  <a:lnTo>
                    <a:pt x="1471015" y="1476324"/>
                  </a:lnTo>
                  <a:close/>
                </a:path>
                <a:path w="1527810" h="2947670">
                  <a:moveTo>
                    <a:pt x="1527606" y="0"/>
                  </a:moveTo>
                  <a:lnTo>
                    <a:pt x="770420" y="0"/>
                  </a:lnTo>
                  <a:lnTo>
                    <a:pt x="0" y="770432"/>
                  </a:lnTo>
                  <a:lnTo>
                    <a:pt x="0" y="1527619"/>
                  </a:lnTo>
                  <a:lnTo>
                    <a:pt x="1527606" y="0"/>
                  </a:lnTo>
                  <a:close/>
                </a:path>
              </a:pathLst>
            </a:custGeom>
            <a:solidFill>
              <a:srgbClr val="1B74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1457" y="362"/>
              <a:ext cx="2519680" cy="2141220"/>
            </a:xfrm>
            <a:custGeom>
              <a:avLst/>
              <a:gdLst/>
              <a:ahLst/>
              <a:cxnLst/>
              <a:rect l="l" t="t" r="r" b="b"/>
              <a:pathLst>
                <a:path w="2519680" h="2141220">
                  <a:moveTo>
                    <a:pt x="2519678" y="0"/>
                  </a:moveTo>
                  <a:lnTo>
                    <a:pt x="1762493" y="0"/>
                  </a:lnTo>
                  <a:lnTo>
                    <a:pt x="0" y="1762493"/>
                  </a:lnTo>
                  <a:lnTo>
                    <a:pt x="378592" y="2141085"/>
                  </a:lnTo>
                  <a:lnTo>
                    <a:pt x="2519678" y="0"/>
                  </a:lnTo>
                  <a:close/>
                </a:path>
              </a:pathLst>
            </a:custGeom>
            <a:solidFill>
              <a:srgbClr val="0F467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/>
          <p:nvPr/>
        </p:nvSpPr>
        <p:spPr>
          <a:xfrm>
            <a:off x="16307865" y="1028700"/>
            <a:ext cx="951865" cy="238125"/>
          </a:xfrm>
          <a:custGeom>
            <a:avLst/>
            <a:gdLst/>
            <a:ahLst/>
            <a:cxnLst/>
            <a:rect l="l" t="t" r="r" b="b"/>
            <a:pathLst>
              <a:path w="951865" h="238125">
                <a:moveTo>
                  <a:pt x="118913" y="237827"/>
                </a:moveTo>
                <a:lnTo>
                  <a:pt x="72616" y="228486"/>
                </a:lnTo>
                <a:lnTo>
                  <a:pt x="34819" y="203007"/>
                </a:lnTo>
                <a:lnTo>
                  <a:pt x="9341" y="165211"/>
                </a:lnTo>
                <a:lnTo>
                  <a:pt x="0" y="118913"/>
                </a:lnTo>
                <a:lnTo>
                  <a:pt x="9341" y="72616"/>
                </a:lnTo>
                <a:lnTo>
                  <a:pt x="34819" y="34819"/>
                </a:lnTo>
                <a:lnTo>
                  <a:pt x="72616" y="9341"/>
                </a:lnTo>
                <a:lnTo>
                  <a:pt x="118913" y="0"/>
                </a:lnTo>
                <a:lnTo>
                  <a:pt x="165211" y="9341"/>
                </a:lnTo>
                <a:lnTo>
                  <a:pt x="203007" y="34819"/>
                </a:lnTo>
                <a:lnTo>
                  <a:pt x="228486" y="72616"/>
                </a:lnTo>
                <a:lnTo>
                  <a:pt x="237827" y="118913"/>
                </a:lnTo>
                <a:lnTo>
                  <a:pt x="228486" y="165211"/>
                </a:lnTo>
                <a:lnTo>
                  <a:pt x="203007" y="203007"/>
                </a:lnTo>
                <a:lnTo>
                  <a:pt x="165211" y="228486"/>
                </a:lnTo>
                <a:lnTo>
                  <a:pt x="118913" y="237827"/>
                </a:lnTo>
                <a:close/>
              </a:path>
              <a:path w="951865" h="238125">
                <a:moveTo>
                  <a:pt x="832395" y="237827"/>
                </a:moveTo>
                <a:lnTo>
                  <a:pt x="786098" y="228486"/>
                </a:lnTo>
                <a:lnTo>
                  <a:pt x="748301" y="203007"/>
                </a:lnTo>
                <a:lnTo>
                  <a:pt x="722823" y="165211"/>
                </a:lnTo>
                <a:lnTo>
                  <a:pt x="713482" y="118913"/>
                </a:lnTo>
                <a:lnTo>
                  <a:pt x="722823" y="72616"/>
                </a:lnTo>
                <a:lnTo>
                  <a:pt x="748301" y="34819"/>
                </a:lnTo>
                <a:lnTo>
                  <a:pt x="786098" y="9341"/>
                </a:lnTo>
                <a:lnTo>
                  <a:pt x="832395" y="0"/>
                </a:lnTo>
                <a:lnTo>
                  <a:pt x="878693" y="9341"/>
                </a:lnTo>
                <a:lnTo>
                  <a:pt x="916489" y="34819"/>
                </a:lnTo>
                <a:lnTo>
                  <a:pt x="941968" y="72616"/>
                </a:lnTo>
                <a:lnTo>
                  <a:pt x="951309" y="118913"/>
                </a:lnTo>
                <a:lnTo>
                  <a:pt x="941968" y="165211"/>
                </a:lnTo>
                <a:lnTo>
                  <a:pt x="916489" y="203007"/>
                </a:lnTo>
                <a:lnTo>
                  <a:pt x="878693" y="228486"/>
                </a:lnTo>
                <a:lnTo>
                  <a:pt x="832395" y="237827"/>
                </a:lnTo>
                <a:close/>
              </a:path>
              <a:path w="951865" h="238125">
                <a:moveTo>
                  <a:pt x="475654" y="237827"/>
                </a:moveTo>
                <a:lnTo>
                  <a:pt x="429357" y="228486"/>
                </a:lnTo>
                <a:lnTo>
                  <a:pt x="391560" y="203007"/>
                </a:lnTo>
                <a:lnTo>
                  <a:pt x="366082" y="165211"/>
                </a:lnTo>
                <a:lnTo>
                  <a:pt x="356741" y="118913"/>
                </a:lnTo>
                <a:lnTo>
                  <a:pt x="366082" y="72616"/>
                </a:lnTo>
                <a:lnTo>
                  <a:pt x="391560" y="34819"/>
                </a:lnTo>
                <a:lnTo>
                  <a:pt x="429357" y="9341"/>
                </a:lnTo>
                <a:lnTo>
                  <a:pt x="475654" y="0"/>
                </a:lnTo>
                <a:lnTo>
                  <a:pt x="521952" y="9341"/>
                </a:lnTo>
                <a:lnTo>
                  <a:pt x="559748" y="34819"/>
                </a:lnTo>
                <a:lnTo>
                  <a:pt x="585227" y="72616"/>
                </a:lnTo>
                <a:lnTo>
                  <a:pt x="594568" y="118913"/>
                </a:lnTo>
                <a:lnTo>
                  <a:pt x="585227" y="165211"/>
                </a:lnTo>
                <a:lnTo>
                  <a:pt x="559748" y="203007"/>
                </a:lnTo>
                <a:lnTo>
                  <a:pt x="521952" y="228486"/>
                </a:lnTo>
                <a:lnTo>
                  <a:pt x="475654" y="237827"/>
                </a:lnTo>
                <a:close/>
              </a:path>
            </a:pathLst>
          </a:custGeom>
          <a:solidFill>
            <a:srgbClr val="0F467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12" name="object 12" descr=""/>
            <p:cNvSpPr/>
            <p:nvPr/>
          </p:nvSpPr>
          <p:spPr>
            <a:xfrm>
              <a:off x="1028774" y="9020422"/>
              <a:ext cx="951865" cy="238125"/>
            </a:xfrm>
            <a:custGeom>
              <a:avLst/>
              <a:gdLst/>
              <a:ahLst/>
              <a:cxnLst/>
              <a:rect l="l" t="t" r="r" b="b"/>
              <a:pathLst>
                <a:path w="951864" h="238125">
                  <a:moveTo>
                    <a:pt x="118913" y="237827"/>
                  </a:moveTo>
                  <a:lnTo>
                    <a:pt x="72616" y="228486"/>
                  </a:lnTo>
                  <a:lnTo>
                    <a:pt x="34819" y="203007"/>
                  </a:lnTo>
                  <a:lnTo>
                    <a:pt x="9341" y="165211"/>
                  </a:lnTo>
                  <a:lnTo>
                    <a:pt x="0" y="118913"/>
                  </a:lnTo>
                  <a:lnTo>
                    <a:pt x="9341" y="72616"/>
                  </a:lnTo>
                  <a:lnTo>
                    <a:pt x="34819" y="34819"/>
                  </a:lnTo>
                  <a:lnTo>
                    <a:pt x="72616" y="9341"/>
                  </a:lnTo>
                  <a:lnTo>
                    <a:pt x="118913" y="0"/>
                  </a:lnTo>
                  <a:lnTo>
                    <a:pt x="165211" y="9341"/>
                  </a:lnTo>
                  <a:lnTo>
                    <a:pt x="203007" y="34819"/>
                  </a:lnTo>
                  <a:lnTo>
                    <a:pt x="228486" y="72616"/>
                  </a:lnTo>
                  <a:lnTo>
                    <a:pt x="237827" y="118913"/>
                  </a:lnTo>
                  <a:lnTo>
                    <a:pt x="228486" y="165211"/>
                  </a:lnTo>
                  <a:lnTo>
                    <a:pt x="203007" y="203007"/>
                  </a:lnTo>
                  <a:lnTo>
                    <a:pt x="165211" y="228486"/>
                  </a:lnTo>
                  <a:lnTo>
                    <a:pt x="118913" y="237827"/>
                  </a:lnTo>
                  <a:close/>
                </a:path>
                <a:path w="951864" h="238125">
                  <a:moveTo>
                    <a:pt x="832395" y="237827"/>
                  </a:moveTo>
                  <a:lnTo>
                    <a:pt x="786098" y="228486"/>
                  </a:lnTo>
                  <a:lnTo>
                    <a:pt x="748301" y="203007"/>
                  </a:lnTo>
                  <a:lnTo>
                    <a:pt x="722823" y="165211"/>
                  </a:lnTo>
                  <a:lnTo>
                    <a:pt x="713482" y="118913"/>
                  </a:lnTo>
                  <a:lnTo>
                    <a:pt x="722823" y="72616"/>
                  </a:lnTo>
                  <a:lnTo>
                    <a:pt x="748301" y="34819"/>
                  </a:lnTo>
                  <a:lnTo>
                    <a:pt x="786098" y="9341"/>
                  </a:lnTo>
                  <a:lnTo>
                    <a:pt x="832395" y="0"/>
                  </a:lnTo>
                  <a:lnTo>
                    <a:pt x="878693" y="9341"/>
                  </a:lnTo>
                  <a:lnTo>
                    <a:pt x="916489" y="34819"/>
                  </a:lnTo>
                  <a:lnTo>
                    <a:pt x="941968" y="72616"/>
                  </a:lnTo>
                  <a:lnTo>
                    <a:pt x="951309" y="118913"/>
                  </a:lnTo>
                  <a:lnTo>
                    <a:pt x="941968" y="165211"/>
                  </a:lnTo>
                  <a:lnTo>
                    <a:pt x="916489" y="203007"/>
                  </a:lnTo>
                  <a:lnTo>
                    <a:pt x="878693" y="228486"/>
                  </a:lnTo>
                  <a:lnTo>
                    <a:pt x="832395" y="237827"/>
                  </a:lnTo>
                  <a:close/>
                </a:path>
                <a:path w="951864" h="238125">
                  <a:moveTo>
                    <a:pt x="475654" y="237827"/>
                  </a:moveTo>
                  <a:lnTo>
                    <a:pt x="429357" y="228486"/>
                  </a:lnTo>
                  <a:lnTo>
                    <a:pt x="391560" y="203007"/>
                  </a:lnTo>
                  <a:lnTo>
                    <a:pt x="366082" y="165211"/>
                  </a:lnTo>
                  <a:lnTo>
                    <a:pt x="356741" y="118913"/>
                  </a:lnTo>
                  <a:lnTo>
                    <a:pt x="366082" y="72616"/>
                  </a:lnTo>
                  <a:lnTo>
                    <a:pt x="391560" y="34819"/>
                  </a:lnTo>
                  <a:lnTo>
                    <a:pt x="429357" y="9341"/>
                  </a:lnTo>
                  <a:lnTo>
                    <a:pt x="475654" y="0"/>
                  </a:lnTo>
                  <a:lnTo>
                    <a:pt x="521952" y="9341"/>
                  </a:lnTo>
                  <a:lnTo>
                    <a:pt x="559748" y="34819"/>
                  </a:lnTo>
                  <a:lnTo>
                    <a:pt x="585227" y="72616"/>
                  </a:lnTo>
                  <a:lnTo>
                    <a:pt x="594568" y="118913"/>
                  </a:lnTo>
                  <a:lnTo>
                    <a:pt x="585227" y="165211"/>
                  </a:lnTo>
                  <a:lnTo>
                    <a:pt x="559748" y="203007"/>
                  </a:lnTo>
                  <a:lnTo>
                    <a:pt x="521952" y="228486"/>
                  </a:lnTo>
                  <a:lnTo>
                    <a:pt x="475654" y="237827"/>
                  </a:lnTo>
                  <a:close/>
                </a:path>
              </a:pathLst>
            </a:custGeom>
            <a:solidFill>
              <a:srgbClr val="0F46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644357" y="1850981"/>
            <a:ext cx="8606155" cy="26733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350" spc="1265"/>
              <a:t>Expense</a:t>
            </a:r>
            <a:endParaRPr sz="17350"/>
          </a:p>
        </p:txBody>
      </p:sp>
      <p:sp>
        <p:nvSpPr>
          <p:cNvPr id="15" name="object 15" descr=""/>
          <p:cNvSpPr txBox="1"/>
          <p:nvPr/>
        </p:nvSpPr>
        <p:spPr>
          <a:xfrm>
            <a:off x="5139847" y="3899641"/>
            <a:ext cx="8012430" cy="26733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350" spc="1390">
                <a:solidFill>
                  <a:srgbClr val="0F4672"/>
                </a:solidFill>
                <a:latin typeface="Calibri"/>
                <a:cs typeface="Calibri"/>
              </a:rPr>
              <a:t>Splitter</a:t>
            </a:r>
            <a:endParaRPr sz="1735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897086" y="7196493"/>
            <a:ext cx="6494145" cy="481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5375" algn="l"/>
                <a:tab pos="3303904" algn="l"/>
                <a:tab pos="3731260" algn="l"/>
                <a:tab pos="5673090" algn="l"/>
              </a:tabLst>
            </a:pPr>
            <a:r>
              <a:rPr dirty="0" sz="3000" spc="260">
                <a:solidFill>
                  <a:srgbClr val="0F4672"/>
                </a:solidFill>
                <a:latin typeface="Trebuchet MS"/>
                <a:cs typeface="Trebuchet MS"/>
              </a:rPr>
              <a:t>G</a:t>
            </a:r>
            <a:r>
              <a:rPr dirty="0" sz="3000" spc="20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 spc="155">
                <a:solidFill>
                  <a:srgbClr val="0F4672"/>
                </a:solidFill>
                <a:latin typeface="Trebuchet MS"/>
                <a:cs typeface="Trebuchet MS"/>
              </a:rPr>
              <a:t>U</a:t>
            </a:r>
            <a:r>
              <a:rPr dirty="0" sz="3000" spc="25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0F4672"/>
                </a:solidFill>
                <a:latin typeface="Trebuchet MS"/>
                <a:cs typeface="Trebuchet MS"/>
              </a:rPr>
              <a:t>I</a:t>
            </a:r>
            <a:r>
              <a:rPr dirty="0" sz="3000" spc="20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 spc="310">
                <a:solidFill>
                  <a:srgbClr val="0F4672"/>
                </a:solidFill>
                <a:latin typeface="Trebuchet MS"/>
                <a:cs typeface="Trebuchet MS"/>
              </a:rPr>
              <a:t>D</a:t>
            </a:r>
            <a:r>
              <a:rPr dirty="0" sz="3000" spc="25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 spc="95">
                <a:solidFill>
                  <a:srgbClr val="0F4672"/>
                </a:solidFill>
                <a:latin typeface="Trebuchet MS"/>
                <a:cs typeface="Trebuchet MS"/>
              </a:rPr>
              <a:t>E</a:t>
            </a:r>
            <a:r>
              <a:rPr dirty="0" sz="3000" spc="25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 spc="260">
                <a:solidFill>
                  <a:srgbClr val="0F4672"/>
                </a:solidFill>
                <a:latin typeface="Trebuchet MS"/>
                <a:cs typeface="Trebuchet MS"/>
              </a:rPr>
              <a:t>D</a:t>
            </a:r>
            <a:r>
              <a:rPr dirty="0" sz="3000">
                <a:solidFill>
                  <a:srgbClr val="0F4672"/>
                </a:solidFill>
                <a:latin typeface="Trebuchet MS"/>
                <a:cs typeface="Trebuchet MS"/>
              </a:rPr>
              <a:t>	</a:t>
            </a:r>
            <a:r>
              <a:rPr dirty="0" sz="3000" spc="200">
                <a:solidFill>
                  <a:srgbClr val="0F4672"/>
                </a:solidFill>
                <a:latin typeface="Trebuchet MS"/>
                <a:cs typeface="Trebuchet MS"/>
              </a:rPr>
              <a:t>B</a:t>
            </a:r>
            <a:r>
              <a:rPr dirty="0" sz="3000" spc="30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 spc="155">
                <a:solidFill>
                  <a:srgbClr val="0F4672"/>
                </a:solidFill>
                <a:latin typeface="Trebuchet MS"/>
                <a:cs typeface="Trebuchet MS"/>
              </a:rPr>
              <a:t>Y</a:t>
            </a:r>
            <a:r>
              <a:rPr dirty="0" sz="3000">
                <a:solidFill>
                  <a:srgbClr val="0F4672"/>
                </a:solidFill>
                <a:latin typeface="Trebuchet MS"/>
                <a:cs typeface="Trebuchet MS"/>
              </a:rPr>
              <a:t>	</a:t>
            </a:r>
            <a:r>
              <a:rPr dirty="0" sz="3000" spc="-405">
                <a:solidFill>
                  <a:srgbClr val="0F4672"/>
                </a:solidFill>
                <a:latin typeface="Trebuchet MS"/>
                <a:cs typeface="Trebuchet MS"/>
              </a:rPr>
              <a:t>:</a:t>
            </a:r>
            <a:r>
              <a:rPr dirty="0" sz="3000">
                <a:solidFill>
                  <a:srgbClr val="0F4672"/>
                </a:solidFill>
                <a:latin typeface="Trebuchet MS"/>
                <a:cs typeface="Trebuchet MS"/>
              </a:rPr>
              <a:t>	</a:t>
            </a:r>
            <a:r>
              <a:rPr dirty="0" sz="3000" spc="155">
                <a:solidFill>
                  <a:srgbClr val="0F4672"/>
                </a:solidFill>
                <a:latin typeface="Trebuchet MS"/>
                <a:cs typeface="Trebuchet MS"/>
              </a:rPr>
              <a:t>R</a:t>
            </a:r>
            <a:r>
              <a:rPr dirty="0" sz="3000" spc="20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 spc="320">
                <a:solidFill>
                  <a:srgbClr val="0F4672"/>
                </a:solidFill>
                <a:latin typeface="Trebuchet MS"/>
                <a:cs typeface="Trebuchet MS"/>
              </a:rPr>
              <a:t>O</a:t>
            </a:r>
            <a:r>
              <a:rPr dirty="0" sz="3000" spc="20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 spc="235">
                <a:solidFill>
                  <a:srgbClr val="0F4672"/>
                </a:solidFill>
                <a:latin typeface="Trebuchet MS"/>
                <a:cs typeface="Trebuchet MS"/>
              </a:rPr>
              <a:t>H</a:t>
            </a:r>
            <a:r>
              <a:rPr dirty="0" sz="3000" spc="20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0F4672"/>
                </a:solidFill>
                <a:latin typeface="Trebuchet MS"/>
                <a:cs typeface="Trebuchet MS"/>
              </a:rPr>
              <a:t>I</a:t>
            </a:r>
            <a:r>
              <a:rPr dirty="0" sz="3000" spc="25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 spc="-50">
                <a:solidFill>
                  <a:srgbClr val="0F4672"/>
                </a:solidFill>
                <a:latin typeface="Trebuchet MS"/>
                <a:cs typeface="Trebuchet MS"/>
              </a:rPr>
              <a:t>T</a:t>
            </a:r>
            <a:r>
              <a:rPr dirty="0" sz="3000">
                <a:solidFill>
                  <a:srgbClr val="0F4672"/>
                </a:solidFill>
                <a:latin typeface="Trebuchet MS"/>
                <a:cs typeface="Trebuchet MS"/>
              </a:rPr>
              <a:t>	</a:t>
            </a:r>
            <a:r>
              <a:rPr dirty="0" sz="3000" spc="330">
                <a:solidFill>
                  <a:srgbClr val="0F4672"/>
                </a:solidFill>
                <a:latin typeface="Trebuchet MS"/>
                <a:cs typeface="Trebuchet MS"/>
              </a:rPr>
              <a:t>S</a:t>
            </a:r>
            <a:r>
              <a:rPr dirty="0" sz="3000" spc="5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0F4672"/>
                </a:solidFill>
                <a:latin typeface="Trebuchet MS"/>
                <a:cs typeface="Trebuchet MS"/>
              </a:rPr>
              <a:t>I</a:t>
            </a:r>
            <a:r>
              <a:rPr dirty="0" sz="3000" spc="10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 spc="95">
                <a:solidFill>
                  <a:srgbClr val="0F4672"/>
                </a:solidFill>
                <a:latin typeface="Trebuchet MS"/>
                <a:cs typeface="Trebuchet MS"/>
              </a:rPr>
              <a:t>R</a:t>
            </a:r>
            <a:endParaRPr sz="3000">
              <a:latin typeface="Trebuchet MS"/>
              <a:cs typeface="Trebuchet MS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0" y="338"/>
            <a:ext cx="18288000" cy="10287000"/>
            <a:chOff x="0" y="338"/>
            <a:chExt cx="18288000" cy="10287000"/>
          </a:xfrm>
        </p:grpSpPr>
        <p:sp>
          <p:nvSpPr>
            <p:cNvPr id="18" name="object 18" descr=""/>
            <p:cNvSpPr/>
            <p:nvPr/>
          </p:nvSpPr>
          <p:spPr>
            <a:xfrm>
              <a:off x="0" y="342"/>
              <a:ext cx="2630805" cy="2252980"/>
            </a:xfrm>
            <a:custGeom>
              <a:avLst/>
              <a:gdLst/>
              <a:ahLst/>
              <a:cxnLst/>
              <a:rect l="l" t="t" r="r" b="b"/>
              <a:pathLst>
                <a:path w="2630805" h="2252980">
                  <a:moveTo>
                    <a:pt x="913218" y="2044"/>
                  </a:moveTo>
                  <a:lnTo>
                    <a:pt x="0" y="2044"/>
                  </a:lnTo>
                  <a:lnTo>
                    <a:pt x="0" y="915276"/>
                  </a:lnTo>
                  <a:lnTo>
                    <a:pt x="913218" y="2044"/>
                  </a:lnTo>
                  <a:close/>
                </a:path>
                <a:path w="2630805" h="2252980">
                  <a:moveTo>
                    <a:pt x="2630386" y="0"/>
                  </a:moveTo>
                  <a:lnTo>
                    <a:pt x="2252078" y="0"/>
                  </a:lnTo>
                  <a:lnTo>
                    <a:pt x="188328" y="2063750"/>
                  </a:lnTo>
                  <a:lnTo>
                    <a:pt x="377482" y="2252903"/>
                  </a:lnTo>
                  <a:lnTo>
                    <a:pt x="2630386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0" y="2386"/>
              <a:ext cx="1209675" cy="2357120"/>
            </a:xfrm>
            <a:custGeom>
              <a:avLst/>
              <a:gdLst/>
              <a:ahLst/>
              <a:cxnLst/>
              <a:rect l="l" t="t" r="r" b="b"/>
              <a:pathLst>
                <a:path w="1209675" h="2357120">
                  <a:moveTo>
                    <a:pt x="1163967" y="1192822"/>
                  </a:moveTo>
                  <a:lnTo>
                    <a:pt x="858037" y="886891"/>
                  </a:lnTo>
                  <a:lnTo>
                    <a:pt x="0" y="1744954"/>
                  </a:lnTo>
                  <a:lnTo>
                    <a:pt x="0" y="2356802"/>
                  </a:lnTo>
                  <a:lnTo>
                    <a:pt x="1163967" y="1192822"/>
                  </a:lnTo>
                  <a:close/>
                </a:path>
                <a:path w="1209675" h="2357120">
                  <a:moveTo>
                    <a:pt x="1209535" y="0"/>
                  </a:moveTo>
                  <a:lnTo>
                    <a:pt x="597662" y="0"/>
                  </a:lnTo>
                  <a:lnTo>
                    <a:pt x="0" y="597662"/>
                  </a:lnTo>
                  <a:lnTo>
                    <a:pt x="0" y="1209535"/>
                  </a:lnTo>
                  <a:lnTo>
                    <a:pt x="1209535" y="0"/>
                  </a:lnTo>
                  <a:close/>
                </a:path>
              </a:pathLst>
            </a:custGeom>
            <a:solidFill>
              <a:srgbClr val="1B74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6848" y="338"/>
              <a:ext cx="2036445" cy="1730375"/>
            </a:xfrm>
            <a:custGeom>
              <a:avLst/>
              <a:gdLst/>
              <a:ahLst/>
              <a:cxnLst/>
              <a:rect l="l" t="t" r="r" b="b"/>
              <a:pathLst>
                <a:path w="2036445" h="1730375">
                  <a:moveTo>
                    <a:pt x="2036126" y="0"/>
                  </a:moveTo>
                  <a:lnTo>
                    <a:pt x="1424252" y="0"/>
                  </a:lnTo>
                  <a:lnTo>
                    <a:pt x="0" y="1424252"/>
                  </a:lnTo>
                  <a:lnTo>
                    <a:pt x="305936" y="1730189"/>
                  </a:lnTo>
                  <a:lnTo>
                    <a:pt x="2036126" y="0"/>
                  </a:lnTo>
                  <a:close/>
                </a:path>
              </a:pathLst>
            </a:custGeom>
            <a:solidFill>
              <a:srgbClr val="0F46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6040317" y="8162010"/>
              <a:ext cx="2247900" cy="2125345"/>
            </a:xfrm>
            <a:custGeom>
              <a:avLst/>
              <a:gdLst/>
              <a:ahLst/>
              <a:cxnLst/>
              <a:rect l="l" t="t" r="r" b="b"/>
              <a:pathLst>
                <a:path w="2247900" h="2125345">
                  <a:moveTo>
                    <a:pt x="2247671" y="1999754"/>
                  </a:moveTo>
                  <a:lnTo>
                    <a:pt x="2122436" y="2125002"/>
                  </a:lnTo>
                  <a:lnTo>
                    <a:pt x="2247671" y="2125002"/>
                  </a:lnTo>
                  <a:lnTo>
                    <a:pt x="2247671" y="1999754"/>
                  </a:lnTo>
                  <a:close/>
                </a:path>
                <a:path w="2247900" h="2125345">
                  <a:moveTo>
                    <a:pt x="2247671" y="122669"/>
                  </a:moveTo>
                  <a:lnTo>
                    <a:pt x="2125002" y="0"/>
                  </a:lnTo>
                  <a:lnTo>
                    <a:pt x="0" y="2125002"/>
                  </a:lnTo>
                  <a:lnTo>
                    <a:pt x="468147" y="2125002"/>
                  </a:lnTo>
                  <a:lnTo>
                    <a:pt x="2247671" y="345465"/>
                  </a:lnTo>
                  <a:lnTo>
                    <a:pt x="2247671" y="122669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192054" y="8375357"/>
              <a:ext cx="1096010" cy="1911985"/>
            </a:xfrm>
            <a:custGeom>
              <a:avLst/>
              <a:gdLst/>
              <a:ahLst/>
              <a:cxnLst/>
              <a:rect l="l" t="t" r="r" b="b"/>
              <a:pathLst>
                <a:path w="1096009" h="1911984">
                  <a:moveTo>
                    <a:pt x="1095933" y="1419733"/>
                  </a:moveTo>
                  <a:lnTo>
                    <a:pt x="604024" y="1911654"/>
                  </a:lnTo>
                  <a:lnTo>
                    <a:pt x="1095933" y="1911654"/>
                  </a:lnTo>
                  <a:lnTo>
                    <a:pt x="1095933" y="1419733"/>
                  </a:lnTo>
                  <a:close/>
                </a:path>
                <a:path w="1096009" h="1911984">
                  <a:moveTo>
                    <a:pt x="1095933" y="0"/>
                  </a:moveTo>
                  <a:lnTo>
                    <a:pt x="0" y="1095946"/>
                  </a:lnTo>
                  <a:lnTo>
                    <a:pt x="378587" y="1474546"/>
                  </a:lnTo>
                  <a:lnTo>
                    <a:pt x="1095933" y="757123"/>
                  </a:lnTo>
                  <a:lnTo>
                    <a:pt x="1095933" y="0"/>
                  </a:lnTo>
                  <a:close/>
                </a:path>
              </a:pathLst>
            </a:custGeom>
            <a:solidFill>
              <a:srgbClr val="1B74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6754909" y="8808844"/>
              <a:ext cx="1533525" cy="1478280"/>
            </a:xfrm>
            <a:custGeom>
              <a:avLst/>
              <a:gdLst/>
              <a:ahLst/>
              <a:cxnLst/>
              <a:rect l="l" t="t" r="r" b="b"/>
              <a:pathLst>
                <a:path w="1533525" h="1478279">
                  <a:moveTo>
                    <a:pt x="0" y="1478155"/>
                  </a:moveTo>
                  <a:lnTo>
                    <a:pt x="757142" y="1478155"/>
                  </a:lnTo>
                  <a:lnTo>
                    <a:pt x="1533090" y="702207"/>
                  </a:lnTo>
                  <a:lnTo>
                    <a:pt x="1533090" y="54978"/>
                  </a:lnTo>
                  <a:lnTo>
                    <a:pt x="1478112" y="0"/>
                  </a:lnTo>
                  <a:lnTo>
                    <a:pt x="0" y="1478155"/>
                  </a:lnTo>
                  <a:close/>
                </a:path>
              </a:pathLst>
            </a:custGeom>
            <a:solidFill>
              <a:srgbClr val="0F467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30658" y="2865767"/>
            <a:ext cx="3695700" cy="4453890"/>
            <a:chOff x="1730658" y="2865767"/>
            <a:chExt cx="3695700" cy="445389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7813" y="2962923"/>
              <a:ext cx="3501846" cy="425941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816383" y="2951492"/>
              <a:ext cx="3524250" cy="4282440"/>
            </a:xfrm>
            <a:custGeom>
              <a:avLst/>
              <a:gdLst/>
              <a:ahLst/>
              <a:cxnLst/>
              <a:rect l="l" t="t" r="r" b="b"/>
              <a:pathLst>
                <a:path w="3524250" h="4282440">
                  <a:moveTo>
                    <a:pt x="3524239" y="271128"/>
                  </a:moveTo>
                  <a:lnTo>
                    <a:pt x="3520256" y="226570"/>
                  </a:lnTo>
                  <a:lnTo>
                    <a:pt x="3507424" y="179837"/>
                  </a:lnTo>
                  <a:lnTo>
                    <a:pt x="3486991" y="136804"/>
                  </a:lnTo>
                  <a:lnTo>
                    <a:pt x="3459738" y="98251"/>
                  </a:lnTo>
                  <a:lnTo>
                    <a:pt x="3426444" y="64959"/>
                  </a:lnTo>
                  <a:lnTo>
                    <a:pt x="3387890" y="37708"/>
                  </a:lnTo>
                  <a:lnTo>
                    <a:pt x="3344857" y="17278"/>
                  </a:lnTo>
                  <a:lnTo>
                    <a:pt x="3298124" y="4448"/>
                  </a:lnTo>
                  <a:lnTo>
                    <a:pt x="3248472" y="0"/>
                  </a:lnTo>
                  <a:lnTo>
                    <a:pt x="276224" y="0"/>
                  </a:lnTo>
                  <a:lnTo>
                    <a:pt x="226572" y="4451"/>
                  </a:lnTo>
                  <a:lnTo>
                    <a:pt x="179840" y="17282"/>
                  </a:lnTo>
                  <a:lnTo>
                    <a:pt x="136808" y="37713"/>
                  </a:lnTo>
                  <a:lnTo>
                    <a:pt x="98256" y="64965"/>
                  </a:lnTo>
                  <a:lnTo>
                    <a:pt x="64965" y="98257"/>
                  </a:lnTo>
                  <a:lnTo>
                    <a:pt x="37713" y="136808"/>
                  </a:lnTo>
                  <a:lnTo>
                    <a:pt x="17282" y="179840"/>
                  </a:lnTo>
                  <a:lnTo>
                    <a:pt x="4450" y="226571"/>
                  </a:lnTo>
                  <a:lnTo>
                    <a:pt x="0" y="276223"/>
                  </a:lnTo>
                  <a:lnTo>
                    <a:pt x="0" y="4006009"/>
                  </a:lnTo>
                  <a:lnTo>
                    <a:pt x="4446" y="4055661"/>
                  </a:lnTo>
                  <a:lnTo>
                    <a:pt x="17271" y="4102395"/>
                  </a:lnTo>
                  <a:lnTo>
                    <a:pt x="37697" y="4145431"/>
                  </a:lnTo>
                  <a:lnTo>
                    <a:pt x="64945" y="4183989"/>
                  </a:lnTo>
                  <a:lnTo>
                    <a:pt x="98236" y="4217287"/>
                  </a:lnTo>
                  <a:lnTo>
                    <a:pt x="136789" y="4244546"/>
                  </a:lnTo>
                  <a:lnTo>
                    <a:pt x="179824" y="4264983"/>
                  </a:lnTo>
                  <a:lnTo>
                    <a:pt x="226562" y="4277819"/>
                  </a:lnTo>
                  <a:lnTo>
                    <a:pt x="276220" y="4282272"/>
                  </a:lnTo>
                  <a:lnTo>
                    <a:pt x="3248471" y="4282273"/>
                  </a:lnTo>
                  <a:lnTo>
                    <a:pt x="3298127" y="4277823"/>
                  </a:lnTo>
                  <a:lnTo>
                    <a:pt x="3344866" y="4264991"/>
                  </a:lnTo>
                  <a:lnTo>
                    <a:pt x="3387905" y="4244556"/>
                  </a:lnTo>
                  <a:lnTo>
                    <a:pt x="3426462" y="4217299"/>
                  </a:lnTo>
                  <a:lnTo>
                    <a:pt x="3459756" y="4184001"/>
                  </a:lnTo>
                  <a:lnTo>
                    <a:pt x="3487009" y="4145442"/>
                  </a:lnTo>
                  <a:lnTo>
                    <a:pt x="3507438" y="4102403"/>
                  </a:lnTo>
                  <a:lnTo>
                    <a:pt x="3520265" y="4055666"/>
                  </a:lnTo>
                  <a:lnTo>
                    <a:pt x="3524237" y="4011144"/>
                  </a:lnTo>
                </a:path>
              </a:pathLst>
            </a:custGeom>
            <a:ln w="171449">
              <a:solidFill>
                <a:srgbClr val="0F467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7372934" y="2865767"/>
            <a:ext cx="3695700" cy="4324350"/>
            <a:chOff x="7372934" y="2865767"/>
            <a:chExt cx="3695700" cy="432435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70089" y="2962923"/>
              <a:ext cx="3501846" cy="413045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458659" y="2951492"/>
              <a:ext cx="3524250" cy="4152900"/>
            </a:xfrm>
            <a:custGeom>
              <a:avLst/>
              <a:gdLst/>
              <a:ahLst/>
              <a:cxnLst/>
              <a:rect l="l" t="t" r="r" b="b"/>
              <a:pathLst>
                <a:path w="3524250" h="4152900">
                  <a:moveTo>
                    <a:pt x="3253145" y="4152779"/>
                  </a:moveTo>
                  <a:lnTo>
                    <a:pt x="3298134" y="4148869"/>
                  </a:lnTo>
                  <a:lnTo>
                    <a:pt x="3344886" y="4136032"/>
                  </a:lnTo>
                  <a:lnTo>
                    <a:pt x="3387935" y="4115588"/>
                  </a:lnTo>
                  <a:lnTo>
                    <a:pt x="3426499" y="4088319"/>
                  </a:lnTo>
                  <a:lnTo>
                    <a:pt x="3459796" y="4055008"/>
                  </a:lnTo>
                  <a:lnTo>
                    <a:pt x="3487045" y="4016437"/>
                  </a:lnTo>
                  <a:lnTo>
                    <a:pt x="3507468" y="3973387"/>
                  </a:lnTo>
                  <a:lnTo>
                    <a:pt x="3520284" y="3926642"/>
                  </a:lnTo>
                  <a:lnTo>
                    <a:pt x="3524233" y="3882190"/>
                  </a:lnTo>
                </a:path>
                <a:path w="3524250" h="4152900">
                  <a:moveTo>
                    <a:pt x="3524239" y="271129"/>
                  </a:moveTo>
                  <a:lnTo>
                    <a:pt x="3520255" y="226566"/>
                  </a:lnTo>
                  <a:lnTo>
                    <a:pt x="3507423" y="179834"/>
                  </a:lnTo>
                  <a:lnTo>
                    <a:pt x="3486990" y="136802"/>
                  </a:lnTo>
                  <a:lnTo>
                    <a:pt x="3459737" y="98250"/>
                  </a:lnTo>
                  <a:lnTo>
                    <a:pt x="3426443" y="64959"/>
                  </a:lnTo>
                  <a:lnTo>
                    <a:pt x="3387890" y="37708"/>
                  </a:lnTo>
                  <a:lnTo>
                    <a:pt x="3344857" y="17278"/>
                  </a:lnTo>
                  <a:lnTo>
                    <a:pt x="3298124" y="4448"/>
                  </a:lnTo>
                  <a:lnTo>
                    <a:pt x="3248472" y="0"/>
                  </a:lnTo>
                  <a:lnTo>
                    <a:pt x="276224" y="0"/>
                  </a:lnTo>
                  <a:lnTo>
                    <a:pt x="226572" y="4451"/>
                  </a:lnTo>
                  <a:lnTo>
                    <a:pt x="179840" y="17282"/>
                  </a:lnTo>
                  <a:lnTo>
                    <a:pt x="136809" y="37713"/>
                  </a:lnTo>
                  <a:lnTo>
                    <a:pt x="98257" y="64965"/>
                  </a:lnTo>
                  <a:lnTo>
                    <a:pt x="64966" y="98256"/>
                  </a:lnTo>
                  <a:lnTo>
                    <a:pt x="37714" y="136807"/>
                  </a:lnTo>
                  <a:lnTo>
                    <a:pt x="17283" y="179837"/>
                  </a:lnTo>
                  <a:lnTo>
                    <a:pt x="4452" y="226567"/>
                  </a:lnTo>
                  <a:lnTo>
                    <a:pt x="0" y="276217"/>
                  </a:lnTo>
                  <a:lnTo>
                    <a:pt x="0" y="3876981"/>
                  </a:lnTo>
                  <a:lnTo>
                    <a:pt x="4440" y="3926632"/>
                  </a:lnTo>
                  <a:lnTo>
                    <a:pt x="17251" y="3973370"/>
                  </a:lnTo>
                  <a:lnTo>
                    <a:pt x="37667" y="4016414"/>
                  </a:lnTo>
                  <a:lnTo>
                    <a:pt x="64908" y="4054983"/>
                  </a:lnTo>
                  <a:lnTo>
                    <a:pt x="98196" y="4088294"/>
                  </a:lnTo>
                  <a:lnTo>
                    <a:pt x="136751" y="4115566"/>
                  </a:lnTo>
                  <a:lnTo>
                    <a:pt x="179793" y="4136015"/>
                  </a:lnTo>
                  <a:lnTo>
                    <a:pt x="226541" y="4148860"/>
                  </a:lnTo>
                  <a:lnTo>
                    <a:pt x="271561" y="4152780"/>
                  </a:lnTo>
                </a:path>
              </a:pathLst>
            </a:custGeom>
            <a:ln w="171449">
              <a:solidFill>
                <a:srgbClr val="0F467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0" y="7496047"/>
            <a:ext cx="2101850" cy="2791460"/>
            <a:chOff x="0" y="7496047"/>
            <a:chExt cx="2101850" cy="2791460"/>
          </a:xfrm>
        </p:grpSpPr>
        <p:sp>
          <p:nvSpPr>
            <p:cNvPr id="9" name="object 9" descr=""/>
            <p:cNvSpPr/>
            <p:nvPr/>
          </p:nvSpPr>
          <p:spPr>
            <a:xfrm>
              <a:off x="0" y="9001749"/>
              <a:ext cx="1285875" cy="1285875"/>
            </a:xfrm>
            <a:custGeom>
              <a:avLst/>
              <a:gdLst/>
              <a:ahLst/>
              <a:cxnLst/>
              <a:rect l="l" t="t" r="r" b="b"/>
              <a:pathLst>
                <a:path w="1285875" h="1285875">
                  <a:moveTo>
                    <a:pt x="1285250" y="1285250"/>
                  </a:moveTo>
                  <a:lnTo>
                    <a:pt x="520815" y="1285250"/>
                  </a:lnTo>
                  <a:lnTo>
                    <a:pt x="0" y="764435"/>
                  </a:lnTo>
                  <a:lnTo>
                    <a:pt x="0" y="0"/>
                  </a:lnTo>
                  <a:lnTo>
                    <a:pt x="1285250" y="128525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7496047"/>
              <a:ext cx="1626235" cy="2110105"/>
            </a:xfrm>
            <a:custGeom>
              <a:avLst/>
              <a:gdLst/>
              <a:ahLst/>
              <a:cxnLst/>
              <a:rect l="l" t="t" r="r" b="b"/>
              <a:pathLst>
                <a:path w="1626235" h="2110104">
                  <a:moveTo>
                    <a:pt x="1142537" y="2109646"/>
                  </a:moveTo>
                  <a:lnTo>
                    <a:pt x="0" y="967109"/>
                  </a:lnTo>
                  <a:lnTo>
                    <a:pt x="0" y="0"/>
                  </a:lnTo>
                  <a:lnTo>
                    <a:pt x="1626130" y="1626130"/>
                  </a:lnTo>
                  <a:lnTo>
                    <a:pt x="1214931" y="2037252"/>
                  </a:lnTo>
                  <a:lnTo>
                    <a:pt x="1198675" y="2053660"/>
                  </a:lnTo>
                  <a:lnTo>
                    <a:pt x="1142537" y="2109646"/>
                  </a:lnTo>
                  <a:close/>
                </a:path>
              </a:pathLst>
            </a:custGeom>
            <a:solidFill>
              <a:srgbClr val="1B74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8705889"/>
              <a:ext cx="2101850" cy="1581150"/>
            </a:xfrm>
            <a:custGeom>
              <a:avLst/>
              <a:gdLst/>
              <a:ahLst/>
              <a:cxnLst/>
              <a:rect l="l" t="t" r="r" b="b"/>
              <a:pathLst>
                <a:path w="2101850" h="1581150">
                  <a:moveTo>
                    <a:pt x="2101797" y="1581109"/>
                  </a:moveTo>
                  <a:lnTo>
                    <a:pt x="766951" y="1581109"/>
                  </a:lnTo>
                  <a:lnTo>
                    <a:pt x="0" y="814102"/>
                  </a:lnTo>
                  <a:lnTo>
                    <a:pt x="0" y="520830"/>
                  </a:lnTo>
                  <a:lnTo>
                    <a:pt x="520764" y="0"/>
                  </a:lnTo>
                  <a:lnTo>
                    <a:pt x="2101797" y="1581109"/>
                  </a:lnTo>
                  <a:close/>
                </a:path>
              </a:pathLst>
            </a:custGeom>
            <a:solidFill>
              <a:srgbClr val="0F46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9258586"/>
              <a:ext cx="467995" cy="484505"/>
            </a:xfrm>
            <a:custGeom>
              <a:avLst/>
              <a:gdLst/>
              <a:ahLst/>
              <a:cxnLst/>
              <a:rect l="l" t="t" r="r" b="b"/>
              <a:pathLst>
                <a:path w="467995" h="484504">
                  <a:moveTo>
                    <a:pt x="451256" y="483921"/>
                  </a:moveTo>
                  <a:lnTo>
                    <a:pt x="0" y="32712"/>
                  </a:lnTo>
                  <a:lnTo>
                    <a:pt x="0" y="0"/>
                  </a:lnTo>
                  <a:lnTo>
                    <a:pt x="467512" y="467512"/>
                  </a:lnTo>
                  <a:lnTo>
                    <a:pt x="451256" y="4839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180671" y="9631750"/>
              <a:ext cx="921385" cy="655320"/>
            </a:xfrm>
            <a:custGeom>
              <a:avLst/>
              <a:gdLst/>
              <a:ahLst/>
              <a:cxnLst/>
              <a:rect l="l" t="t" r="r" b="b"/>
              <a:pathLst>
                <a:path w="921385" h="655320">
                  <a:moveTo>
                    <a:pt x="921138" y="655248"/>
                  </a:moveTo>
                  <a:lnTo>
                    <a:pt x="389295" y="655248"/>
                  </a:lnTo>
                  <a:lnTo>
                    <a:pt x="0" y="265953"/>
                  </a:lnTo>
                  <a:lnTo>
                    <a:pt x="265953" y="0"/>
                  </a:lnTo>
                  <a:lnTo>
                    <a:pt x="921138" y="655248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90240" y="8524941"/>
              <a:ext cx="1778635" cy="1762125"/>
            </a:xfrm>
            <a:custGeom>
              <a:avLst/>
              <a:gdLst/>
              <a:ahLst/>
              <a:cxnLst/>
              <a:rect l="l" t="t" r="r" b="b"/>
              <a:pathLst>
                <a:path w="1778635" h="1762125">
                  <a:moveTo>
                    <a:pt x="1778390" y="1762058"/>
                  </a:moveTo>
                  <a:lnTo>
                    <a:pt x="1745649" y="1762058"/>
                  </a:lnTo>
                  <a:lnTo>
                    <a:pt x="0" y="16408"/>
                  </a:lnTo>
                  <a:lnTo>
                    <a:pt x="16332" y="0"/>
                  </a:lnTo>
                  <a:lnTo>
                    <a:pt x="1778390" y="17620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16204494" y="7514352"/>
            <a:ext cx="2084070" cy="2773045"/>
            <a:chOff x="16204494" y="7514352"/>
            <a:chExt cx="2084070" cy="2773045"/>
          </a:xfrm>
        </p:grpSpPr>
        <p:sp>
          <p:nvSpPr>
            <p:cNvPr id="16" name="object 16" descr=""/>
            <p:cNvSpPr/>
            <p:nvPr/>
          </p:nvSpPr>
          <p:spPr>
            <a:xfrm>
              <a:off x="17021053" y="9020053"/>
              <a:ext cx="1267460" cy="1267460"/>
            </a:xfrm>
            <a:custGeom>
              <a:avLst/>
              <a:gdLst/>
              <a:ahLst/>
              <a:cxnLst/>
              <a:rect l="l" t="t" r="r" b="b"/>
              <a:pathLst>
                <a:path w="1267459" h="1267459">
                  <a:moveTo>
                    <a:pt x="0" y="1266946"/>
                  </a:moveTo>
                  <a:lnTo>
                    <a:pt x="764435" y="1266946"/>
                  </a:lnTo>
                  <a:lnTo>
                    <a:pt x="1266946" y="764435"/>
                  </a:lnTo>
                  <a:lnTo>
                    <a:pt x="1266946" y="0"/>
                  </a:lnTo>
                  <a:lnTo>
                    <a:pt x="0" y="1266946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6680174" y="7514352"/>
              <a:ext cx="1607820" cy="2091689"/>
            </a:xfrm>
            <a:custGeom>
              <a:avLst/>
              <a:gdLst/>
              <a:ahLst/>
              <a:cxnLst/>
              <a:rect l="l" t="t" r="r" b="b"/>
              <a:pathLst>
                <a:path w="1607819" h="2091690">
                  <a:moveTo>
                    <a:pt x="483592" y="2091342"/>
                  </a:moveTo>
                  <a:lnTo>
                    <a:pt x="1607825" y="967109"/>
                  </a:lnTo>
                  <a:lnTo>
                    <a:pt x="1607825" y="0"/>
                  </a:lnTo>
                  <a:lnTo>
                    <a:pt x="0" y="1607825"/>
                  </a:lnTo>
                  <a:lnTo>
                    <a:pt x="411198" y="2018947"/>
                  </a:lnTo>
                  <a:lnTo>
                    <a:pt x="427454" y="2035356"/>
                  </a:lnTo>
                  <a:lnTo>
                    <a:pt x="483592" y="2091342"/>
                  </a:lnTo>
                  <a:close/>
                </a:path>
              </a:pathLst>
            </a:custGeom>
            <a:solidFill>
              <a:srgbClr val="1B74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6204506" y="8705889"/>
              <a:ext cx="2084070" cy="1581150"/>
            </a:xfrm>
            <a:custGeom>
              <a:avLst/>
              <a:gdLst/>
              <a:ahLst/>
              <a:cxnLst/>
              <a:rect l="l" t="t" r="r" b="b"/>
              <a:pathLst>
                <a:path w="2084069" h="1581150">
                  <a:moveTo>
                    <a:pt x="0" y="1581109"/>
                  </a:moveTo>
                  <a:lnTo>
                    <a:pt x="1334846" y="1581109"/>
                  </a:lnTo>
                  <a:lnTo>
                    <a:pt x="2083493" y="832408"/>
                  </a:lnTo>
                  <a:lnTo>
                    <a:pt x="2083493" y="502515"/>
                  </a:lnTo>
                  <a:lnTo>
                    <a:pt x="1581033" y="0"/>
                  </a:lnTo>
                  <a:lnTo>
                    <a:pt x="0" y="1581109"/>
                  </a:lnTo>
                  <a:close/>
                </a:path>
              </a:pathLst>
            </a:custGeom>
            <a:solidFill>
              <a:srgbClr val="0F46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7838791" y="9276890"/>
              <a:ext cx="449580" cy="466090"/>
            </a:xfrm>
            <a:custGeom>
              <a:avLst/>
              <a:gdLst/>
              <a:ahLst/>
              <a:cxnLst/>
              <a:rect l="l" t="t" r="r" b="b"/>
              <a:pathLst>
                <a:path w="449580" h="466090">
                  <a:moveTo>
                    <a:pt x="16256" y="465616"/>
                  </a:moveTo>
                  <a:lnTo>
                    <a:pt x="449208" y="32710"/>
                  </a:lnTo>
                  <a:lnTo>
                    <a:pt x="449208" y="0"/>
                  </a:lnTo>
                  <a:lnTo>
                    <a:pt x="0" y="449208"/>
                  </a:lnTo>
                  <a:lnTo>
                    <a:pt x="16256" y="4656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6204494" y="9631750"/>
              <a:ext cx="921385" cy="655320"/>
            </a:xfrm>
            <a:custGeom>
              <a:avLst/>
              <a:gdLst/>
              <a:ahLst/>
              <a:cxnLst/>
              <a:rect l="l" t="t" r="r" b="b"/>
              <a:pathLst>
                <a:path w="921384" h="655320">
                  <a:moveTo>
                    <a:pt x="0" y="655248"/>
                  </a:moveTo>
                  <a:lnTo>
                    <a:pt x="531842" y="655248"/>
                  </a:lnTo>
                  <a:lnTo>
                    <a:pt x="921138" y="265953"/>
                  </a:lnTo>
                  <a:lnTo>
                    <a:pt x="655185" y="0"/>
                  </a:lnTo>
                  <a:lnTo>
                    <a:pt x="0" y="655248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6337673" y="8524941"/>
              <a:ext cx="1778635" cy="1762125"/>
            </a:xfrm>
            <a:custGeom>
              <a:avLst/>
              <a:gdLst/>
              <a:ahLst/>
              <a:cxnLst/>
              <a:rect l="l" t="t" r="r" b="b"/>
              <a:pathLst>
                <a:path w="1778634" h="1762125">
                  <a:moveTo>
                    <a:pt x="0" y="1762058"/>
                  </a:moveTo>
                  <a:lnTo>
                    <a:pt x="32740" y="1762058"/>
                  </a:lnTo>
                  <a:lnTo>
                    <a:pt x="1778390" y="16408"/>
                  </a:lnTo>
                  <a:lnTo>
                    <a:pt x="1762058" y="0"/>
                  </a:lnTo>
                  <a:lnTo>
                    <a:pt x="0" y="17620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 descr=""/>
          <p:cNvGrpSpPr/>
          <p:nvPr/>
        </p:nvGrpSpPr>
        <p:grpSpPr>
          <a:xfrm>
            <a:off x="12781019" y="2865767"/>
            <a:ext cx="3695700" cy="4324350"/>
            <a:chOff x="12781019" y="2865767"/>
            <a:chExt cx="3695700" cy="4324350"/>
          </a:xfrm>
        </p:grpSpPr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78174" y="2962923"/>
              <a:ext cx="3501846" cy="4130458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2866744" y="2951492"/>
              <a:ext cx="3524250" cy="4152900"/>
            </a:xfrm>
            <a:custGeom>
              <a:avLst/>
              <a:gdLst/>
              <a:ahLst/>
              <a:cxnLst/>
              <a:rect l="l" t="t" r="r" b="b"/>
              <a:pathLst>
                <a:path w="3524250" h="4152900">
                  <a:moveTo>
                    <a:pt x="3253145" y="4152779"/>
                  </a:moveTo>
                  <a:lnTo>
                    <a:pt x="3298134" y="4148869"/>
                  </a:lnTo>
                  <a:lnTo>
                    <a:pt x="3344886" y="4136032"/>
                  </a:lnTo>
                  <a:lnTo>
                    <a:pt x="3387936" y="4115588"/>
                  </a:lnTo>
                  <a:lnTo>
                    <a:pt x="3426499" y="4088320"/>
                  </a:lnTo>
                  <a:lnTo>
                    <a:pt x="3459796" y="4055008"/>
                  </a:lnTo>
                  <a:lnTo>
                    <a:pt x="3487045" y="4016437"/>
                  </a:lnTo>
                  <a:lnTo>
                    <a:pt x="3507468" y="3973387"/>
                  </a:lnTo>
                  <a:lnTo>
                    <a:pt x="3520285" y="3926642"/>
                  </a:lnTo>
                  <a:lnTo>
                    <a:pt x="3524233" y="3882190"/>
                  </a:lnTo>
                </a:path>
                <a:path w="3524250" h="4152900">
                  <a:moveTo>
                    <a:pt x="3524239" y="271129"/>
                  </a:moveTo>
                  <a:lnTo>
                    <a:pt x="3520255" y="226566"/>
                  </a:lnTo>
                  <a:lnTo>
                    <a:pt x="3507423" y="179834"/>
                  </a:lnTo>
                  <a:lnTo>
                    <a:pt x="3486990" y="136802"/>
                  </a:lnTo>
                  <a:lnTo>
                    <a:pt x="3459737" y="98250"/>
                  </a:lnTo>
                  <a:lnTo>
                    <a:pt x="3426443" y="64959"/>
                  </a:lnTo>
                  <a:lnTo>
                    <a:pt x="3387890" y="37708"/>
                  </a:lnTo>
                  <a:lnTo>
                    <a:pt x="3344857" y="17278"/>
                  </a:lnTo>
                  <a:lnTo>
                    <a:pt x="3298124" y="4448"/>
                  </a:lnTo>
                  <a:lnTo>
                    <a:pt x="3248472" y="0"/>
                  </a:lnTo>
                  <a:lnTo>
                    <a:pt x="276224" y="0"/>
                  </a:lnTo>
                  <a:lnTo>
                    <a:pt x="226572" y="4451"/>
                  </a:lnTo>
                  <a:lnTo>
                    <a:pt x="179840" y="17282"/>
                  </a:lnTo>
                  <a:lnTo>
                    <a:pt x="136809" y="37713"/>
                  </a:lnTo>
                  <a:lnTo>
                    <a:pt x="98257" y="64965"/>
                  </a:lnTo>
                  <a:lnTo>
                    <a:pt x="64966" y="98256"/>
                  </a:lnTo>
                  <a:lnTo>
                    <a:pt x="37714" y="136807"/>
                  </a:lnTo>
                  <a:lnTo>
                    <a:pt x="17283" y="179837"/>
                  </a:lnTo>
                  <a:lnTo>
                    <a:pt x="4452" y="226567"/>
                  </a:lnTo>
                  <a:lnTo>
                    <a:pt x="0" y="276217"/>
                  </a:lnTo>
                  <a:lnTo>
                    <a:pt x="0" y="3876981"/>
                  </a:lnTo>
                  <a:lnTo>
                    <a:pt x="4440" y="3926632"/>
                  </a:lnTo>
                  <a:lnTo>
                    <a:pt x="17251" y="3973370"/>
                  </a:lnTo>
                  <a:lnTo>
                    <a:pt x="37667" y="4016414"/>
                  </a:lnTo>
                  <a:lnTo>
                    <a:pt x="64908" y="4054983"/>
                  </a:lnTo>
                  <a:lnTo>
                    <a:pt x="98196" y="4088294"/>
                  </a:lnTo>
                  <a:lnTo>
                    <a:pt x="136752" y="4115566"/>
                  </a:lnTo>
                  <a:lnTo>
                    <a:pt x="179793" y="4136015"/>
                  </a:lnTo>
                  <a:lnTo>
                    <a:pt x="226541" y="4148860"/>
                  </a:lnTo>
                  <a:lnTo>
                    <a:pt x="271561" y="4152780"/>
                  </a:lnTo>
                </a:path>
              </a:pathLst>
            </a:custGeom>
            <a:ln w="171449">
              <a:solidFill>
                <a:srgbClr val="0F467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1016000" y="979985"/>
            <a:ext cx="4944745" cy="12915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835"/>
              <a:t>Our</a:t>
            </a:r>
            <a:r>
              <a:rPr dirty="0" spc="-375"/>
              <a:t> </a:t>
            </a:r>
            <a:r>
              <a:rPr dirty="0" spc="730"/>
              <a:t>Team</a:t>
            </a:r>
          </a:p>
        </p:txBody>
      </p:sp>
      <p:sp>
        <p:nvSpPr>
          <p:cNvPr id="26" name="object 26" descr=""/>
          <p:cNvSpPr txBox="1"/>
          <p:nvPr/>
        </p:nvSpPr>
        <p:spPr>
          <a:xfrm>
            <a:off x="2667652" y="7707920"/>
            <a:ext cx="166814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85" b="1">
                <a:solidFill>
                  <a:srgbClr val="0F4672"/>
                </a:solidFill>
                <a:latin typeface="Trebuchet MS"/>
                <a:cs typeface="Trebuchet MS"/>
              </a:rPr>
              <a:t>Hani</a:t>
            </a:r>
            <a:r>
              <a:rPr dirty="0" sz="2600" spc="-145" b="1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2600" spc="-20" b="1">
                <a:solidFill>
                  <a:srgbClr val="0F4672"/>
                </a:solidFill>
                <a:latin typeface="Trebuchet MS"/>
                <a:cs typeface="Trebuchet MS"/>
              </a:rPr>
              <a:t>Patel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142721" y="7707920"/>
            <a:ext cx="2156460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80" b="1">
                <a:solidFill>
                  <a:srgbClr val="0F4672"/>
                </a:solidFill>
                <a:latin typeface="Trebuchet MS"/>
                <a:cs typeface="Trebuchet MS"/>
              </a:rPr>
              <a:t>Neelam</a:t>
            </a:r>
            <a:r>
              <a:rPr dirty="0" sz="2600" spc="-145" b="1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2600" spc="-10" b="1">
                <a:solidFill>
                  <a:srgbClr val="0F4672"/>
                </a:solidFill>
                <a:latin typeface="Trebuchet MS"/>
                <a:cs typeface="Trebuchet MS"/>
              </a:rPr>
              <a:t>Patel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3610328" y="7707920"/>
            <a:ext cx="2037714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65" b="1">
                <a:solidFill>
                  <a:srgbClr val="0F4672"/>
                </a:solidFill>
                <a:latin typeface="Trebuchet MS"/>
                <a:cs typeface="Trebuchet MS"/>
              </a:rPr>
              <a:t>Shila</a:t>
            </a:r>
            <a:r>
              <a:rPr dirty="0" sz="2600" spc="-140" b="1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2600" spc="40" b="1">
                <a:solidFill>
                  <a:srgbClr val="0F4672"/>
                </a:solidFill>
                <a:latin typeface="Trebuchet MS"/>
                <a:cs typeface="Trebuchet MS"/>
              </a:rPr>
              <a:t>Kumari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9143999" cy="1028699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0"/>
            <a:ext cx="6177915" cy="3687445"/>
            <a:chOff x="0" y="0"/>
            <a:chExt cx="6177915" cy="368744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177287" cy="368732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28698" y="3480251"/>
              <a:ext cx="4670425" cy="0"/>
            </a:xfrm>
            <a:custGeom>
              <a:avLst/>
              <a:gdLst/>
              <a:ahLst/>
              <a:cxnLst/>
              <a:rect l="l" t="t" r="r" b="b"/>
              <a:pathLst>
                <a:path w="4670425" h="0">
                  <a:moveTo>
                    <a:pt x="4670227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F467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6000" y="1648979"/>
            <a:ext cx="4671695" cy="12915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459"/>
              <a:t>Objective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461" y="4296618"/>
            <a:ext cx="132307" cy="132307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101234" y="3802957"/>
            <a:ext cx="6988175" cy="3994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95"/>
              </a:spcBef>
            </a:pPr>
            <a:r>
              <a:rPr dirty="0" sz="4500" spc="420">
                <a:solidFill>
                  <a:srgbClr val="0F4672"/>
                </a:solidFill>
                <a:latin typeface="Trebuchet MS"/>
                <a:cs typeface="Trebuchet MS"/>
              </a:rPr>
              <a:t>Manage</a:t>
            </a:r>
            <a:r>
              <a:rPr dirty="0" sz="4500" spc="-229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4500" spc="260">
                <a:solidFill>
                  <a:srgbClr val="0F4672"/>
                </a:solidFill>
                <a:latin typeface="Trebuchet MS"/>
                <a:cs typeface="Trebuchet MS"/>
              </a:rPr>
              <a:t>group</a:t>
            </a:r>
            <a:r>
              <a:rPr dirty="0" sz="4500" spc="-229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4500" spc="185">
                <a:solidFill>
                  <a:srgbClr val="0F4672"/>
                </a:solidFill>
                <a:latin typeface="Trebuchet MS"/>
                <a:cs typeface="Trebuchet MS"/>
              </a:rPr>
              <a:t>expenses </a:t>
            </a:r>
            <a:r>
              <a:rPr dirty="0" sz="4500" spc="75">
                <a:solidFill>
                  <a:srgbClr val="0F4672"/>
                </a:solidFill>
                <a:latin typeface="Trebuchet MS"/>
                <a:cs typeface="Trebuchet MS"/>
              </a:rPr>
              <a:t>Split</a:t>
            </a:r>
            <a:r>
              <a:rPr dirty="0" sz="4500" spc="-235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4500" spc="195">
                <a:solidFill>
                  <a:srgbClr val="0F4672"/>
                </a:solidFill>
                <a:latin typeface="Trebuchet MS"/>
                <a:cs typeface="Trebuchet MS"/>
              </a:rPr>
              <a:t>expenses</a:t>
            </a:r>
            <a:r>
              <a:rPr dirty="0" sz="4500" spc="-229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4500" spc="90">
                <a:solidFill>
                  <a:srgbClr val="0F4672"/>
                </a:solidFill>
                <a:latin typeface="Trebuchet MS"/>
                <a:cs typeface="Trebuchet MS"/>
              </a:rPr>
              <a:t>equally </a:t>
            </a:r>
            <a:r>
              <a:rPr dirty="0" sz="4500" spc="200">
                <a:solidFill>
                  <a:srgbClr val="0F4672"/>
                </a:solidFill>
                <a:latin typeface="Trebuchet MS"/>
                <a:cs typeface="Trebuchet MS"/>
              </a:rPr>
              <a:t>Reduce</a:t>
            </a:r>
            <a:r>
              <a:rPr dirty="0" sz="4500" spc="-235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4500" spc="145">
                <a:solidFill>
                  <a:srgbClr val="0F4672"/>
                </a:solidFill>
                <a:latin typeface="Trebuchet MS"/>
                <a:cs typeface="Trebuchet MS"/>
              </a:rPr>
              <a:t>calculation</a:t>
            </a:r>
            <a:r>
              <a:rPr dirty="0" sz="4500" spc="-235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4500" spc="70">
                <a:solidFill>
                  <a:srgbClr val="0F4672"/>
                </a:solidFill>
                <a:latin typeface="Trebuchet MS"/>
                <a:cs typeface="Trebuchet MS"/>
              </a:rPr>
              <a:t>errors </a:t>
            </a:r>
            <a:r>
              <a:rPr dirty="0" sz="4500" spc="190">
                <a:solidFill>
                  <a:srgbClr val="0F4672"/>
                </a:solidFill>
                <a:latin typeface="Trebuchet MS"/>
                <a:cs typeface="Trebuchet MS"/>
              </a:rPr>
              <a:t>Record</a:t>
            </a:r>
            <a:r>
              <a:rPr dirty="0" sz="4500" spc="-220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4500">
                <a:solidFill>
                  <a:srgbClr val="0F4672"/>
                </a:solidFill>
                <a:latin typeface="Trebuchet MS"/>
                <a:cs typeface="Trebuchet MS"/>
              </a:rPr>
              <a:t>all</a:t>
            </a:r>
            <a:r>
              <a:rPr dirty="0" sz="4500" spc="-215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4500" spc="185">
                <a:solidFill>
                  <a:srgbClr val="0F4672"/>
                </a:solidFill>
                <a:latin typeface="Trebuchet MS"/>
                <a:cs typeface="Trebuchet MS"/>
              </a:rPr>
              <a:t>expenses</a:t>
            </a:r>
            <a:endParaRPr sz="4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4500" spc="155">
                <a:solidFill>
                  <a:srgbClr val="0F4672"/>
                </a:solidFill>
                <a:latin typeface="Trebuchet MS"/>
                <a:cs typeface="Trebuchet MS"/>
              </a:rPr>
              <a:t>User</a:t>
            </a:r>
            <a:r>
              <a:rPr dirty="0" sz="4500" spc="-125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4500">
                <a:solidFill>
                  <a:srgbClr val="0F4672"/>
                </a:solidFill>
                <a:latin typeface="Trebuchet MS"/>
                <a:cs typeface="Trebuchet MS"/>
              </a:rPr>
              <a:t>friendly</a:t>
            </a:r>
            <a:r>
              <a:rPr dirty="0" sz="4500" spc="-120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4500" spc="85">
                <a:solidFill>
                  <a:srgbClr val="0F4672"/>
                </a:solidFill>
                <a:latin typeface="Trebuchet MS"/>
                <a:cs typeface="Trebuchet MS"/>
              </a:rPr>
              <a:t>interface</a:t>
            </a:r>
            <a:endParaRPr sz="4500">
              <a:latin typeface="Trebuchet MS"/>
              <a:cs typeface="Trebuchet MS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461" y="5090464"/>
            <a:ext cx="132307" cy="132307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461" y="5884310"/>
            <a:ext cx="132307" cy="132307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461" y="6678156"/>
            <a:ext cx="132307" cy="132307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8461" y="7472002"/>
            <a:ext cx="132307" cy="1323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8699" y="4047253"/>
            <a:ext cx="2835910" cy="862965"/>
          </a:xfrm>
          <a:custGeom>
            <a:avLst/>
            <a:gdLst/>
            <a:ahLst/>
            <a:cxnLst/>
            <a:rect l="l" t="t" r="r" b="b"/>
            <a:pathLst>
              <a:path w="2835910" h="862964">
                <a:moveTo>
                  <a:pt x="2730969" y="862601"/>
                </a:moveTo>
                <a:lnTo>
                  <a:pt x="104775" y="862601"/>
                </a:lnTo>
                <a:lnTo>
                  <a:pt x="84238" y="860570"/>
                </a:lnTo>
                <a:lnTo>
                  <a:pt x="46645" y="844998"/>
                </a:lnTo>
                <a:lnTo>
                  <a:pt x="17603" y="815956"/>
                </a:lnTo>
                <a:lnTo>
                  <a:pt x="2031" y="778362"/>
                </a:lnTo>
                <a:lnTo>
                  <a:pt x="0" y="757826"/>
                </a:lnTo>
                <a:lnTo>
                  <a:pt x="0" y="104775"/>
                </a:lnTo>
                <a:lnTo>
                  <a:pt x="7975" y="64679"/>
                </a:lnTo>
                <a:lnTo>
                  <a:pt x="30687" y="30687"/>
                </a:lnTo>
                <a:lnTo>
                  <a:pt x="64679" y="7975"/>
                </a:lnTo>
                <a:lnTo>
                  <a:pt x="104775" y="0"/>
                </a:lnTo>
                <a:lnTo>
                  <a:pt x="2730969" y="0"/>
                </a:lnTo>
                <a:lnTo>
                  <a:pt x="2771064" y="7975"/>
                </a:lnTo>
                <a:lnTo>
                  <a:pt x="2805056" y="30687"/>
                </a:lnTo>
                <a:lnTo>
                  <a:pt x="2827768" y="64679"/>
                </a:lnTo>
                <a:lnTo>
                  <a:pt x="2835744" y="104775"/>
                </a:lnTo>
                <a:lnTo>
                  <a:pt x="2835744" y="757826"/>
                </a:lnTo>
                <a:lnTo>
                  <a:pt x="2827768" y="797922"/>
                </a:lnTo>
                <a:lnTo>
                  <a:pt x="2805056" y="831913"/>
                </a:lnTo>
                <a:lnTo>
                  <a:pt x="2771064" y="854626"/>
                </a:lnTo>
                <a:lnTo>
                  <a:pt x="2730969" y="862601"/>
                </a:lnTo>
                <a:close/>
              </a:path>
            </a:pathLst>
          </a:custGeom>
          <a:solidFill>
            <a:srgbClr val="0F46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912540" y="4164760"/>
            <a:ext cx="106807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114">
                <a:solidFill>
                  <a:srgbClr val="FFFFFF"/>
                </a:solidFill>
                <a:latin typeface="Trebuchet MS"/>
                <a:cs typeface="Trebuchet MS"/>
              </a:rPr>
              <a:t>HTML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429355" y="4047253"/>
            <a:ext cx="2930525" cy="862965"/>
          </a:xfrm>
          <a:custGeom>
            <a:avLst/>
            <a:gdLst/>
            <a:ahLst/>
            <a:cxnLst/>
            <a:rect l="l" t="t" r="r" b="b"/>
            <a:pathLst>
              <a:path w="2930525" h="862964">
                <a:moveTo>
                  <a:pt x="2825325" y="862601"/>
                </a:moveTo>
                <a:lnTo>
                  <a:pt x="104775" y="862601"/>
                </a:lnTo>
                <a:lnTo>
                  <a:pt x="84239" y="860570"/>
                </a:lnTo>
                <a:lnTo>
                  <a:pt x="46645" y="844998"/>
                </a:lnTo>
                <a:lnTo>
                  <a:pt x="17603" y="815956"/>
                </a:lnTo>
                <a:lnTo>
                  <a:pt x="2031" y="778362"/>
                </a:lnTo>
                <a:lnTo>
                  <a:pt x="0" y="757826"/>
                </a:lnTo>
                <a:lnTo>
                  <a:pt x="0" y="104775"/>
                </a:lnTo>
                <a:lnTo>
                  <a:pt x="7975" y="64679"/>
                </a:lnTo>
                <a:lnTo>
                  <a:pt x="30688" y="30687"/>
                </a:lnTo>
                <a:lnTo>
                  <a:pt x="64679" y="7975"/>
                </a:lnTo>
                <a:lnTo>
                  <a:pt x="104775" y="0"/>
                </a:lnTo>
                <a:lnTo>
                  <a:pt x="2825325" y="0"/>
                </a:lnTo>
                <a:lnTo>
                  <a:pt x="2865420" y="7975"/>
                </a:lnTo>
                <a:lnTo>
                  <a:pt x="2899412" y="30687"/>
                </a:lnTo>
                <a:lnTo>
                  <a:pt x="2922124" y="64679"/>
                </a:lnTo>
                <a:lnTo>
                  <a:pt x="2930099" y="104775"/>
                </a:lnTo>
                <a:lnTo>
                  <a:pt x="2930099" y="757826"/>
                </a:lnTo>
                <a:lnTo>
                  <a:pt x="2922124" y="797922"/>
                </a:lnTo>
                <a:lnTo>
                  <a:pt x="2899412" y="831913"/>
                </a:lnTo>
                <a:lnTo>
                  <a:pt x="2865420" y="854626"/>
                </a:lnTo>
                <a:lnTo>
                  <a:pt x="2825325" y="862601"/>
                </a:lnTo>
                <a:close/>
              </a:path>
            </a:pathLst>
          </a:custGeom>
          <a:solidFill>
            <a:srgbClr val="0F46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567269" y="4177524"/>
            <a:ext cx="26543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35">
                <a:solidFill>
                  <a:srgbClr val="FFFFFF"/>
                </a:solidFill>
                <a:latin typeface="Trebuchet MS"/>
                <a:cs typeface="Trebuchet MS"/>
              </a:rPr>
              <a:t>TAILWIND</a:t>
            </a:r>
            <a:r>
              <a:rPr dirty="0" sz="3000" spc="-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330">
                <a:solidFill>
                  <a:srgbClr val="FFFFFF"/>
                </a:solidFill>
                <a:latin typeface="Trebuchet MS"/>
                <a:cs typeface="Trebuchet MS"/>
              </a:rPr>
              <a:t>CSS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0093004" y="4047253"/>
            <a:ext cx="2746375" cy="862965"/>
          </a:xfrm>
          <a:custGeom>
            <a:avLst/>
            <a:gdLst/>
            <a:ahLst/>
            <a:cxnLst/>
            <a:rect l="l" t="t" r="r" b="b"/>
            <a:pathLst>
              <a:path w="2746375" h="862964">
                <a:moveTo>
                  <a:pt x="2642916" y="862601"/>
                </a:moveTo>
                <a:lnTo>
                  <a:pt x="104775" y="862601"/>
                </a:lnTo>
                <a:lnTo>
                  <a:pt x="84239" y="860570"/>
                </a:lnTo>
                <a:lnTo>
                  <a:pt x="46645" y="844998"/>
                </a:lnTo>
                <a:lnTo>
                  <a:pt x="17603" y="815956"/>
                </a:lnTo>
                <a:lnTo>
                  <a:pt x="2032" y="778362"/>
                </a:lnTo>
                <a:lnTo>
                  <a:pt x="0" y="757826"/>
                </a:lnTo>
                <a:lnTo>
                  <a:pt x="0" y="104775"/>
                </a:lnTo>
                <a:lnTo>
                  <a:pt x="7975" y="64679"/>
                </a:lnTo>
                <a:lnTo>
                  <a:pt x="30687" y="30688"/>
                </a:lnTo>
                <a:lnTo>
                  <a:pt x="64679" y="7975"/>
                </a:lnTo>
                <a:lnTo>
                  <a:pt x="104775" y="0"/>
                </a:lnTo>
                <a:lnTo>
                  <a:pt x="2642916" y="0"/>
                </a:lnTo>
                <a:lnTo>
                  <a:pt x="2663452" y="2031"/>
                </a:lnTo>
                <a:lnTo>
                  <a:pt x="2701046" y="17603"/>
                </a:lnTo>
                <a:lnTo>
                  <a:pt x="2730088" y="46645"/>
                </a:lnTo>
                <a:lnTo>
                  <a:pt x="2745659" y="84239"/>
                </a:lnTo>
                <a:lnTo>
                  <a:pt x="2746174" y="89441"/>
                </a:lnTo>
                <a:lnTo>
                  <a:pt x="2746174" y="773161"/>
                </a:lnTo>
                <a:lnTo>
                  <a:pt x="2730088" y="815956"/>
                </a:lnTo>
                <a:lnTo>
                  <a:pt x="2701046" y="844998"/>
                </a:lnTo>
                <a:lnTo>
                  <a:pt x="2663452" y="860570"/>
                </a:lnTo>
                <a:lnTo>
                  <a:pt x="2642916" y="862601"/>
                </a:lnTo>
                <a:close/>
              </a:path>
            </a:pathLst>
          </a:custGeom>
          <a:solidFill>
            <a:srgbClr val="0F46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0302802" y="4177524"/>
            <a:ext cx="23279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10">
                <a:solidFill>
                  <a:srgbClr val="FFFFFF"/>
                </a:solidFill>
                <a:latin typeface="Trebuchet MS"/>
                <a:cs typeface="Trebuchet MS"/>
              </a:rPr>
              <a:t>JAVA</a:t>
            </a:r>
            <a:r>
              <a:rPr dirty="0" sz="3000" spc="-1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135">
                <a:solidFill>
                  <a:srgbClr val="FFFFFF"/>
                </a:solidFill>
                <a:latin typeface="Trebuchet MS"/>
                <a:cs typeface="Trebuchet MS"/>
              </a:rPr>
              <a:t>SCRIPT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4168195" y="4047253"/>
            <a:ext cx="2740025" cy="862965"/>
          </a:xfrm>
          <a:custGeom>
            <a:avLst/>
            <a:gdLst/>
            <a:ahLst/>
            <a:cxnLst/>
            <a:rect l="l" t="t" r="r" b="b"/>
            <a:pathLst>
              <a:path w="2740025" h="862964">
                <a:moveTo>
                  <a:pt x="2635926" y="862601"/>
                </a:moveTo>
                <a:lnTo>
                  <a:pt x="104775" y="862601"/>
                </a:lnTo>
                <a:lnTo>
                  <a:pt x="84239" y="860570"/>
                </a:lnTo>
                <a:lnTo>
                  <a:pt x="46646" y="844998"/>
                </a:lnTo>
                <a:lnTo>
                  <a:pt x="17603" y="815956"/>
                </a:lnTo>
                <a:lnTo>
                  <a:pt x="2032" y="778362"/>
                </a:lnTo>
                <a:lnTo>
                  <a:pt x="0" y="757826"/>
                </a:lnTo>
                <a:lnTo>
                  <a:pt x="0" y="104775"/>
                </a:lnTo>
                <a:lnTo>
                  <a:pt x="7975" y="64679"/>
                </a:lnTo>
                <a:lnTo>
                  <a:pt x="30688" y="30688"/>
                </a:lnTo>
                <a:lnTo>
                  <a:pt x="64679" y="7975"/>
                </a:lnTo>
                <a:lnTo>
                  <a:pt x="104775" y="0"/>
                </a:lnTo>
                <a:lnTo>
                  <a:pt x="2635926" y="0"/>
                </a:lnTo>
                <a:lnTo>
                  <a:pt x="2656462" y="2031"/>
                </a:lnTo>
                <a:lnTo>
                  <a:pt x="2694056" y="17603"/>
                </a:lnTo>
                <a:lnTo>
                  <a:pt x="2723098" y="46645"/>
                </a:lnTo>
                <a:lnTo>
                  <a:pt x="2738669" y="84239"/>
                </a:lnTo>
                <a:lnTo>
                  <a:pt x="2739435" y="91973"/>
                </a:lnTo>
                <a:lnTo>
                  <a:pt x="2739435" y="770628"/>
                </a:lnTo>
                <a:lnTo>
                  <a:pt x="2723098" y="815956"/>
                </a:lnTo>
                <a:lnTo>
                  <a:pt x="2694056" y="844998"/>
                </a:lnTo>
                <a:lnTo>
                  <a:pt x="2656462" y="860570"/>
                </a:lnTo>
                <a:lnTo>
                  <a:pt x="2635926" y="862601"/>
                </a:lnTo>
                <a:close/>
              </a:path>
            </a:pathLst>
          </a:custGeom>
          <a:solidFill>
            <a:srgbClr val="0F46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5039088" y="4177524"/>
            <a:ext cx="99885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85">
                <a:solidFill>
                  <a:srgbClr val="FFFFFF"/>
                </a:solidFill>
                <a:latin typeface="Trebuchet MS"/>
                <a:cs typeface="Trebuchet MS"/>
              </a:rPr>
              <a:t>JSON</a:t>
            </a:r>
            <a:endParaRPr sz="3000">
              <a:latin typeface="Trebuchet MS"/>
              <a:cs typeface="Trebuchet MS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204" y="5399719"/>
            <a:ext cx="3552824" cy="355282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0838" y="6545307"/>
            <a:ext cx="4029074" cy="139064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52500" y="5399719"/>
            <a:ext cx="3552824" cy="355282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97446" y="6196118"/>
            <a:ext cx="3280711" cy="174307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65"/>
              <a:t>Technology</a:t>
            </a:r>
            <a:r>
              <a:rPr dirty="0" spc="-350"/>
              <a:t> </a:t>
            </a:r>
            <a:r>
              <a:rPr dirty="0" spc="285"/>
              <a:t>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371599" y="645235"/>
            <a:ext cx="16916400" cy="9641840"/>
            <a:chOff x="1371599" y="645235"/>
            <a:chExt cx="16916400" cy="96418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599" y="645235"/>
              <a:ext cx="16916399" cy="900112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52860" y="5910129"/>
              <a:ext cx="2600324" cy="16001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16991" y="6142110"/>
              <a:ext cx="676274" cy="66674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545523" y="8117267"/>
              <a:ext cx="2742565" cy="2169795"/>
            </a:xfrm>
            <a:custGeom>
              <a:avLst/>
              <a:gdLst/>
              <a:ahLst/>
              <a:cxnLst/>
              <a:rect l="l" t="t" r="r" b="b"/>
              <a:pathLst>
                <a:path w="2742565" h="2169795">
                  <a:moveTo>
                    <a:pt x="2383637" y="213893"/>
                  </a:moveTo>
                  <a:lnTo>
                    <a:pt x="2169744" y="0"/>
                  </a:lnTo>
                  <a:lnTo>
                    <a:pt x="0" y="2169731"/>
                  </a:lnTo>
                  <a:lnTo>
                    <a:pt x="427786" y="2169731"/>
                  </a:lnTo>
                  <a:lnTo>
                    <a:pt x="2383637" y="213893"/>
                  </a:lnTo>
                  <a:close/>
                </a:path>
                <a:path w="2742565" h="2169795">
                  <a:moveTo>
                    <a:pt x="2742387" y="1366837"/>
                  </a:moveTo>
                  <a:lnTo>
                    <a:pt x="1939455" y="2169731"/>
                  </a:lnTo>
                  <a:lnTo>
                    <a:pt x="2742349" y="2169731"/>
                  </a:lnTo>
                  <a:lnTo>
                    <a:pt x="2742387" y="1366837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6825913" y="7851723"/>
              <a:ext cx="1462405" cy="2435860"/>
            </a:xfrm>
            <a:custGeom>
              <a:avLst/>
              <a:gdLst/>
              <a:ahLst/>
              <a:cxnLst/>
              <a:rect l="l" t="t" r="r" b="b"/>
              <a:pathLst>
                <a:path w="1462405" h="2435859">
                  <a:moveTo>
                    <a:pt x="1461960" y="0"/>
                  </a:moveTo>
                  <a:lnTo>
                    <a:pt x="0" y="1461960"/>
                  </a:lnTo>
                  <a:lnTo>
                    <a:pt x="345948" y="1807921"/>
                  </a:lnTo>
                  <a:lnTo>
                    <a:pt x="1461960" y="691908"/>
                  </a:lnTo>
                  <a:lnTo>
                    <a:pt x="1461960" y="0"/>
                  </a:lnTo>
                  <a:close/>
                </a:path>
                <a:path w="1462405" h="2435859">
                  <a:moveTo>
                    <a:pt x="1462074" y="1297317"/>
                  </a:moveTo>
                  <a:lnTo>
                    <a:pt x="324027" y="2435275"/>
                  </a:lnTo>
                  <a:lnTo>
                    <a:pt x="1015898" y="2435275"/>
                  </a:lnTo>
                  <a:lnTo>
                    <a:pt x="1462074" y="1989226"/>
                  </a:lnTo>
                  <a:lnTo>
                    <a:pt x="1462074" y="1297317"/>
                  </a:lnTo>
                  <a:close/>
                </a:path>
              </a:pathLst>
            </a:custGeom>
            <a:solidFill>
              <a:srgbClr val="1B74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6198496" y="8708338"/>
              <a:ext cx="1924685" cy="1579245"/>
            </a:xfrm>
            <a:custGeom>
              <a:avLst/>
              <a:gdLst/>
              <a:ahLst/>
              <a:cxnLst/>
              <a:rect l="l" t="t" r="r" b="b"/>
              <a:pathLst>
                <a:path w="1924684" h="1579245">
                  <a:moveTo>
                    <a:pt x="0" y="1578660"/>
                  </a:moveTo>
                  <a:lnTo>
                    <a:pt x="691881" y="1578660"/>
                  </a:lnTo>
                  <a:lnTo>
                    <a:pt x="1924589" y="345952"/>
                  </a:lnTo>
                  <a:lnTo>
                    <a:pt x="1578636" y="0"/>
                  </a:lnTo>
                  <a:lnTo>
                    <a:pt x="0" y="1578660"/>
                  </a:lnTo>
                  <a:close/>
                </a:path>
              </a:pathLst>
            </a:custGeom>
            <a:solidFill>
              <a:srgbClr val="0F467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312" y="7510385"/>
            <a:ext cx="2503805" cy="2776855"/>
            <a:chOff x="312" y="7510385"/>
            <a:chExt cx="2503805" cy="2776855"/>
          </a:xfrm>
        </p:grpSpPr>
        <p:sp>
          <p:nvSpPr>
            <p:cNvPr id="10" name="object 10" descr=""/>
            <p:cNvSpPr/>
            <p:nvPr/>
          </p:nvSpPr>
          <p:spPr>
            <a:xfrm>
              <a:off x="304" y="7510385"/>
              <a:ext cx="2267585" cy="2776855"/>
            </a:xfrm>
            <a:custGeom>
              <a:avLst/>
              <a:gdLst/>
              <a:ahLst/>
              <a:cxnLst/>
              <a:rect l="l" t="t" r="r" b="b"/>
              <a:pathLst>
                <a:path w="2267585" h="2776854">
                  <a:moveTo>
                    <a:pt x="1050683" y="2776550"/>
                  </a:moveTo>
                  <a:lnTo>
                    <a:pt x="0" y="1725853"/>
                  </a:lnTo>
                  <a:lnTo>
                    <a:pt x="0" y="2776550"/>
                  </a:lnTo>
                  <a:lnTo>
                    <a:pt x="1050683" y="2776550"/>
                  </a:lnTo>
                  <a:close/>
                </a:path>
                <a:path w="2267585" h="2776854">
                  <a:moveTo>
                    <a:pt x="2267000" y="2267000"/>
                  </a:moveTo>
                  <a:lnTo>
                    <a:pt x="0" y="0"/>
                  </a:lnTo>
                  <a:lnTo>
                    <a:pt x="0" y="380682"/>
                  </a:lnTo>
                  <a:lnTo>
                    <a:pt x="2076653" y="2457335"/>
                  </a:lnTo>
                  <a:lnTo>
                    <a:pt x="2267000" y="226700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4" y="8938081"/>
              <a:ext cx="2503805" cy="1349375"/>
            </a:xfrm>
            <a:custGeom>
              <a:avLst/>
              <a:gdLst/>
              <a:ahLst/>
              <a:cxnLst/>
              <a:rect l="l" t="t" r="r" b="b"/>
              <a:pathLst>
                <a:path w="2503805" h="1349375">
                  <a:moveTo>
                    <a:pt x="1348854" y="1348854"/>
                  </a:moveTo>
                  <a:lnTo>
                    <a:pt x="0" y="0"/>
                  </a:lnTo>
                  <a:lnTo>
                    <a:pt x="0" y="615696"/>
                  </a:lnTo>
                  <a:lnTo>
                    <a:pt x="733145" y="1348854"/>
                  </a:lnTo>
                  <a:lnTo>
                    <a:pt x="1348854" y="1348854"/>
                  </a:lnTo>
                  <a:close/>
                </a:path>
                <a:path w="2503805" h="1349375">
                  <a:moveTo>
                    <a:pt x="2503297" y="1348854"/>
                  </a:moveTo>
                  <a:lnTo>
                    <a:pt x="1202347" y="47891"/>
                  </a:lnTo>
                  <a:lnTo>
                    <a:pt x="894499" y="355752"/>
                  </a:lnTo>
                  <a:lnTo>
                    <a:pt x="1887588" y="1348854"/>
                  </a:lnTo>
                  <a:lnTo>
                    <a:pt x="2503297" y="1348854"/>
                  </a:lnTo>
                  <a:close/>
                </a:path>
              </a:pathLst>
            </a:custGeom>
            <a:solidFill>
              <a:srgbClr val="1B74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12" y="8091414"/>
              <a:ext cx="1741170" cy="2049145"/>
            </a:xfrm>
            <a:custGeom>
              <a:avLst/>
              <a:gdLst/>
              <a:ahLst/>
              <a:cxnLst/>
              <a:rect l="l" t="t" r="r" b="b"/>
              <a:pathLst>
                <a:path w="1741170" h="2049145">
                  <a:moveTo>
                    <a:pt x="0" y="0"/>
                  </a:moveTo>
                  <a:lnTo>
                    <a:pt x="0" y="615701"/>
                  </a:lnTo>
                  <a:lnTo>
                    <a:pt x="1433163" y="2048865"/>
                  </a:lnTo>
                  <a:lnTo>
                    <a:pt x="1741014" y="17410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467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9152" y="0"/>
            <a:ext cx="8228846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6000" y="2968591"/>
            <a:ext cx="6827520" cy="267208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350" spc="2080"/>
              <a:t>Thank</a:t>
            </a:r>
            <a:endParaRPr sz="17350"/>
          </a:p>
        </p:txBody>
      </p:sp>
      <p:sp>
        <p:nvSpPr>
          <p:cNvPr id="4" name="object 4" descr=""/>
          <p:cNvSpPr txBox="1"/>
          <p:nvPr/>
        </p:nvSpPr>
        <p:spPr>
          <a:xfrm>
            <a:off x="657770" y="4997415"/>
            <a:ext cx="7591425" cy="4217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70840">
              <a:lnSpc>
                <a:spcPct val="100000"/>
              </a:lnSpc>
              <a:spcBef>
                <a:spcPts val="114"/>
              </a:spcBef>
            </a:pPr>
            <a:r>
              <a:rPr dirty="0" sz="17350" spc="1390">
                <a:solidFill>
                  <a:srgbClr val="0F4672"/>
                </a:solidFill>
                <a:latin typeface="Calibri"/>
                <a:cs typeface="Calibri"/>
              </a:rPr>
              <a:t>You</a:t>
            </a:r>
            <a:endParaRPr sz="17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65"/>
              </a:spcBef>
            </a:pPr>
            <a:r>
              <a:rPr dirty="0" sz="3000" spc="150">
                <a:solidFill>
                  <a:srgbClr val="0F4672"/>
                </a:solidFill>
                <a:latin typeface="Trebuchet MS"/>
                <a:cs typeface="Trebuchet MS"/>
              </a:rPr>
              <a:t>Now</a:t>
            </a:r>
            <a:r>
              <a:rPr dirty="0" sz="3000" spc="-140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0F4672"/>
                </a:solidFill>
                <a:latin typeface="Trebuchet MS"/>
                <a:cs typeface="Trebuchet MS"/>
              </a:rPr>
              <a:t>we</a:t>
            </a:r>
            <a:r>
              <a:rPr dirty="0" sz="3000" spc="-135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 spc="90">
                <a:solidFill>
                  <a:srgbClr val="0F4672"/>
                </a:solidFill>
                <a:latin typeface="Trebuchet MS"/>
                <a:cs typeface="Trebuchet MS"/>
              </a:rPr>
              <a:t>are</a:t>
            </a:r>
            <a:r>
              <a:rPr dirty="0" sz="3000" spc="-135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 spc="204">
                <a:solidFill>
                  <a:srgbClr val="0F4672"/>
                </a:solidFill>
                <a:latin typeface="Trebuchet MS"/>
                <a:cs typeface="Trebuchet MS"/>
              </a:rPr>
              <a:t>going</a:t>
            </a:r>
            <a:r>
              <a:rPr dirty="0" sz="3000" spc="-135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>
                <a:solidFill>
                  <a:srgbClr val="0F4672"/>
                </a:solidFill>
                <a:latin typeface="Trebuchet MS"/>
                <a:cs typeface="Trebuchet MS"/>
              </a:rPr>
              <a:t>to</a:t>
            </a:r>
            <a:r>
              <a:rPr dirty="0" sz="3000" spc="-135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 spc="100">
                <a:solidFill>
                  <a:srgbClr val="0F4672"/>
                </a:solidFill>
                <a:latin typeface="Trebuchet MS"/>
                <a:cs typeface="Trebuchet MS"/>
              </a:rPr>
              <a:t>implementation</a:t>
            </a:r>
            <a:r>
              <a:rPr dirty="0" sz="3000" spc="-135">
                <a:solidFill>
                  <a:srgbClr val="0F4672"/>
                </a:solidFill>
                <a:latin typeface="Trebuchet MS"/>
                <a:cs typeface="Trebuchet MS"/>
              </a:rPr>
              <a:t> </a:t>
            </a:r>
            <a:r>
              <a:rPr dirty="0" sz="3000" spc="114">
                <a:solidFill>
                  <a:srgbClr val="0F4672"/>
                </a:solidFill>
                <a:latin typeface="Trebuchet MS"/>
                <a:cs typeface="Trebuchet MS"/>
              </a:rPr>
              <a:t>part</a:t>
            </a:r>
            <a:endParaRPr sz="3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Hani 0134</dc:creator>
  <cp:keywords>DAG8Na2rBag,BAFtE5u8R3E,0</cp:keywords>
  <dc:title>White and Blue Modern Minimalist Group Project Presentation</dc:title>
  <dcterms:created xsi:type="dcterms:W3CDTF">2026-01-02T05:15:01Z</dcterms:created>
  <dcterms:modified xsi:type="dcterms:W3CDTF">2026-01-02T05:15:01Z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2026-01-02T00:00:00Z</vt:filetime>
  </property>
  <property fmtid="{D5CDD505-2E9C-101B-9397-08002B2CF9AE}" pid="3" name="Creator">
    <vt:lpwstr>Canva</vt:lpwstr>
  </property>
  <property fmtid="{D5CDD505-2E9C-101B-9397-08002B2CF9AE}" pid="4" name="LastSaved">
    <vt:filetime>2026-01-02T00:00:00Z</vt:filetime>
  </property>
  <property fmtid="{D5CDD505-2E9C-101B-9397-08002B2CF9AE}" pid="5" name="Producer">
    <vt:lpwstr>Canva</vt:lpwstr>
  </property>
</Properties>
</file>